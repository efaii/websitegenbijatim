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8" r:id="rId3"/>
    <p:sldId id="287" r:id="rId5"/>
    <p:sldId id="288" r:id="rId6"/>
    <p:sldId id="289" r:id="rId7"/>
    <p:sldId id="272" r:id="rId8"/>
    <p:sldId id="290" r:id="rId9"/>
    <p:sldId id="291" r:id="rId10"/>
    <p:sldId id="292" r:id="rId11"/>
    <p:sldId id="276" r:id="rId12"/>
    <p:sldId id="278" r:id="rId13"/>
    <p:sldId id="280" r:id="rId14"/>
    <p:sldId id="281" r:id="rId15"/>
    <p:sldId id="282" r:id="rId16"/>
    <p:sldId id="284" r:id="rId17"/>
    <p:sldId id="283" r:id="rId18"/>
    <p:sldId id="285" r:id="rId19"/>
    <p:sldId id="293" r:id="rId20"/>
    <p:sldId id="299" r:id="rId21"/>
    <p:sldId id="298" r:id="rId22"/>
    <p:sldId id="297" r:id="rId23"/>
    <p:sldId id="294" r:id="rId24"/>
    <p:sldId id="295" r:id="rId25"/>
    <p:sldId id="296" r:id="rId26"/>
    <p:sldId id="286" r:id="rId27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7D31B3-3808-4FBA-8FA4-CC8D448A173E}" type="doc">
      <dgm:prSet loTypeId="hierarchy" loCatId="hierarchy" qsTypeId="urn:microsoft.com/office/officeart/2005/8/quickstyle/simple3" qsCatId="simple" csTypeId="urn:microsoft.com/office/officeart/2005/8/colors/colorful4" csCatId="accent1" phldr="1"/>
      <dgm:spPr/>
      <dgm:t>
        <a:bodyPr/>
        <a:p>
          <a:endParaRPr lang="en-US"/>
        </a:p>
      </dgm:t>
    </dgm:pt>
    <dgm:pt modelId="{47C757F0-AA23-46BE-9311-EA432CDEEAA1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Programing Paradigms</a:t>
          </a:r>
          <a:r>
            <a:rPr lang="en-US"/>
            <a:t/>
          </a:r>
          <a:endParaRPr lang="en-US"/>
        </a:p>
      </dgm:t>
    </dgm:pt>
    <dgm:pt modelId="{AB39B06D-FE6C-48B2-B5B4-77CD0C8CF7AD}" cxnId="{0439BE38-D45C-445E-A2E0-A3D98306B97F}" type="parTrans">
      <dgm:prSet/>
      <dgm:spPr/>
      <dgm:t>
        <a:bodyPr/>
        <a:p>
          <a:endParaRPr lang="en-US"/>
        </a:p>
      </dgm:t>
    </dgm:pt>
    <dgm:pt modelId="{DF0D1C21-B79E-4875-B7FA-EF183CB48B88}" cxnId="{0439BE38-D45C-445E-A2E0-A3D98306B97F}" type="sibTrans">
      <dgm:prSet/>
      <dgm:spPr/>
      <dgm:t>
        <a:bodyPr/>
        <a:p>
          <a:endParaRPr lang="en-US"/>
        </a:p>
      </dgm:t>
    </dgm:pt>
    <dgm:pt modelId="{12714FC6-8B41-47E5-91DD-F02D34D23B93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Imperative Paradigm</a:t>
          </a:r>
          <a:endParaRPr lang="en-US"/>
        </a:p>
      </dgm:t>
    </dgm:pt>
    <dgm:pt modelId="{EACD17F5-D793-4A43-B489-D1804D50CFEF}" cxnId="{C2DA111B-875A-469B-992C-E4B5C239239B}" type="parTrans">
      <dgm:prSet/>
      <dgm:spPr/>
      <dgm:t>
        <a:bodyPr/>
        <a:p>
          <a:endParaRPr lang="en-US"/>
        </a:p>
      </dgm:t>
    </dgm:pt>
    <dgm:pt modelId="{FA45D93F-0724-4936-AA45-E6762732A19D}" cxnId="{C2DA111B-875A-469B-992C-E4B5C239239B}" type="sibTrans">
      <dgm:prSet/>
      <dgm:spPr/>
      <dgm:t>
        <a:bodyPr/>
        <a:p>
          <a:endParaRPr lang="en-US"/>
        </a:p>
      </dgm:t>
    </dgm:pt>
    <dgm:pt modelId="{AFF58E33-1212-491F-B601-169B36B154D5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Procedural Programming</a:t>
          </a:r>
          <a:r>
            <a:rPr lang="en-US"/>
            <a:t/>
          </a:r>
          <a:endParaRPr lang="en-US"/>
        </a:p>
      </dgm:t>
    </dgm:pt>
    <dgm:pt modelId="{72044E6D-4FC1-4F26-917D-BD295697C690}" cxnId="{0E7E03F6-40B0-45FF-895C-00B5323248C2}" type="parTrans">
      <dgm:prSet/>
      <dgm:spPr/>
    </dgm:pt>
    <dgm:pt modelId="{0C7EC1E5-4207-4C34-BC6E-A6CE0C84B4E7}" cxnId="{0E7E03F6-40B0-45FF-895C-00B5323248C2}" type="sibTrans">
      <dgm:prSet/>
      <dgm:spPr/>
    </dgm:pt>
    <dgm:pt modelId="{530D368B-7CA5-40EB-BF9D-1A198B537E7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Structured Programming</a:t>
          </a:r>
          <a:r>
            <a:rPr lang="en-US"/>
            <a:t/>
          </a:r>
          <a:endParaRPr lang="en-US"/>
        </a:p>
      </dgm:t>
    </dgm:pt>
    <dgm:pt modelId="{F68D2111-332C-4BC4-8F7B-833B86D86E41}" cxnId="{7E226D25-607E-41D7-BA82-2670C7BB6B7D}" type="parTrans">
      <dgm:prSet/>
      <dgm:spPr/>
    </dgm:pt>
    <dgm:pt modelId="{A969611C-C1F8-462B-8262-8E4509F17C4D}" cxnId="{7E226D25-607E-41D7-BA82-2670C7BB6B7D}" type="sibTrans">
      <dgm:prSet/>
      <dgm:spPr/>
    </dgm:pt>
    <dgm:pt modelId="{3FAE8E90-F9C0-4E1A-9528-42E17906D6C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Object Oriented Programming</a:t>
          </a:r>
          <a:r>
            <a:rPr lang="en-US"/>
            <a:t/>
          </a:r>
          <a:endParaRPr lang="en-US"/>
        </a:p>
      </dgm:t>
    </dgm:pt>
    <dgm:pt modelId="{A8380C1A-6E3F-4444-8CE6-7FA9AA1AB7B8}" cxnId="{EC5D425B-6EF6-45BD-8D8E-AAB36F128550}" type="parTrans">
      <dgm:prSet/>
      <dgm:spPr/>
    </dgm:pt>
    <dgm:pt modelId="{E71C8243-1BB9-4D5E-890A-9B501931C3FA}" cxnId="{EC5D425B-6EF6-45BD-8D8E-AAB36F128550}" type="sibTrans">
      <dgm:prSet/>
      <dgm:spPr/>
    </dgm:pt>
    <dgm:pt modelId="{CF717C8A-B40B-4AFF-BF49-65ABB7DF819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Declarative Paradigm</a:t>
          </a:r>
          <a:r>
            <a:rPr lang="en-US"/>
            <a:t/>
          </a:r>
          <a:endParaRPr lang="en-US"/>
        </a:p>
      </dgm:t>
    </dgm:pt>
    <dgm:pt modelId="{CCF68ADE-40B6-47D0-93C1-88EC13ADC8AC}" cxnId="{0D08D94B-7360-45C5-8C8E-CC8499B800C1}" type="parTrans">
      <dgm:prSet/>
      <dgm:spPr/>
      <dgm:t>
        <a:bodyPr/>
        <a:p>
          <a:endParaRPr lang="en-US"/>
        </a:p>
      </dgm:t>
    </dgm:pt>
    <dgm:pt modelId="{630D3E0B-D1D7-4E1A-8193-515AA5E1866F}" cxnId="{0D08D94B-7360-45C5-8C8E-CC8499B800C1}" type="sibTrans">
      <dgm:prSet/>
      <dgm:spPr/>
      <dgm:t>
        <a:bodyPr/>
        <a:p>
          <a:endParaRPr lang="en-US"/>
        </a:p>
      </dgm:t>
    </dgm:pt>
    <dgm:pt modelId="{70FB8FF5-D828-48E6-8542-4D514244237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Functional Programming</a:t>
          </a:r>
          <a:r>
            <a:rPr lang="en-US"/>
            <a:t/>
          </a:r>
          <a:endParaRPr lang="en-US"/>
        </a:p>
      </dgm:t>
    </dgm:pt>
    <dgm:pt modelId="{1968DCD5-70F2-4E89-B3A9-E31769CCD5EC}" cxnId="{F9F7DA55-DD40-4074-AE59-5E746871FC2C}" type="parTrans">
      <dgm:prSet/>
      <dgm:spPr/>
    </dgm:pt>
    <dgm:pt modelId="{32DA6CD5-8466-4BDA-861A-62A50BF2C946}" cxnId="{F9F7DA55-DD40-4074-AE59-5E746871FC2C}" type="sibTrans">
      <dgm:prSet/>
      <dgm:spPr/>
    </dgm:pt>
    <dgm:pt modelId="{9A7E2590-26D6-471B-ABDB-C6F453054F8D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Logic Programming</a:t>
          </a:r>
          <a:endParaRPr lang="en-US"/>
        </a:p>
      </dgm:t>
    </dgm:pt>
    <dgm:pt modelId="{C259EBE6-F0D0-471C-A833-3CC0A78EBAE0}" cxnId="{07151D15-E45D-4B0E-996A-92A209E32E33}" type="parTrans">
      <dgm:prSet/>
      <dgm:spPr/>
    </dgm:pt>
    <dgm:pt modelId="{47C70D2E-A178-487B-A8FE-FEF1A9831FB3}" cxnId="{07151D15-E45D-4B0E-996A-92A209E32E33}" type="sibTrans">
      <dgm:prSet/>
      <dgm:spPr/>
    </dgm:pt>
    <dgm:pt modelId="{E498DC9C-C5AC-4482-A26F-3B99DC5D79F0}" type="pres">
      <dgm:prSet presAssocID="{A77D31B3-3808-4FBA-8FA4-CC8D448A17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728C3E8-5128-4BB6-90CC-A86769ECE335}" type="pres">
      <dgm:prSet presAssocID="{47C757F0-AA23-46BE-9311-EA432CDEEAA1}" presName="hierRoot1" presStyleCnt="0">
        <dgm:presLayoutVars>
          <dgm:hierBranch val="init"/>
        </dgm:presLayoutVars>
      </dgm:prSet>
      <dgm:spPr/>
    </dgm:pt>
    <dgm:pt modelId="{79147750-B6BF-43FD-83A0-7ACDC9B53EFF}" type="pres">
      <dgm:prSet presAssocID="{47C757F0-AA23-46BE-9311-EA432CDEEAA1}" presName="rootComposite1" presStyleCnt="0"/>
      <dgm:spPr/>
    </dgm:pt>
    <dgm:pt modelId="{AE79172D-D441-42BB-84EA-E3D989670DED}" type="pres">
      <dgm:prSet presAssocID="{47C757F0-AA23-46BE-9311-EA432CDEEAA1}" presName="rootText1" presStyleLbl="node0" presStyleIdx="0" presStyleCnt="1">
        <dgm:presLayoutVars>
          <dgm:chPref val="3"/>
        </dgm:presLayoutVars>
      </dgm:prSet>
      <dgm:spPr/>
    </dgm:pt>
    <dgm:pt modelId="{86420519-308D-4A6A-8FEA-6FB2E39BA448}" type="pres">
      <dgm:prSet presAssocID="{47C757F0-AA23-46BE-9311-EA432CDEEAA1}" presName="rootConnector1" presStyleCnt="0"/>
      <dgm:spPr/>
    </dgm:pt>
    <dgm:pt modelId="{9A0FF10C-81C7-47CD-A320-768F2009480B}" type="pres">
      <dgm:prSet presAssocID="{47C757F0-AA23-46BE-9311-EA432CDEEAA1}" presName="hierChild2" presStyleCnt="0"/>
      <dgm:spPr/>
    </dgm:pt>
    <dgm:pt modelId="{6A259130-4455-44E0-969B-948D1249687E}" type="pres">
      <dgm:prSet presAssocID="{EACD17F5-D793-4A43-B489-D1804D50CFEF}" presName="Name37" presStyleLbl="parChTrans1D2" presStyleIdx="0" presStyleCnt="2"/>
      <dgm:spPr/>
    </dgm:pt>
    <dgm:pt modelId="{D6C5C065-A308-417C-8ECC-04FC2BEC646C}" type="pres">
      <dgm:prSet presAssocID="{12714FC6-8B41-47E5-91DD-F02D34D23B93}" presName="hierRoot2" presStyleCnt="0">
        <dgm:presLayoutVars>
          <dgm:hierBranch val="r"/>
        </dgm:presLayoutVars>
      </dgm:prSet>
      <dgm:spPr/>
    </dgm:pt>
    <dgm:pt modelId="{E36491EF-5019-46FD-BC82-1BD579B9EE0E}" type="pres">
      <dgm:prSet presAssocID="{12714FC6-8B41-47E5-91DD-F02D34D23B93}" presName="rootComposite" presStyleCnt="0"/>
      <dgm:spPr/>
    </dgm:pt>
    <dgm:pt modelId="{43B7C837-49D6-40CE-BBAB-953D9E4BA7ED}" type="pres">
      <dgm:prSet presAssocID="{12714FC6-8B41-47E5-91DD-F02D34D23B93}" presName="rootText" presStyleLbl="node2" presStyleIdx="0" presStyleCnt="2">
        <dgm:presLayoutVars>
          <dgm:chPref val="3"/>
        </dgm:presLayoutVars>
      </dgm:prSet>
      <dgm:spPr/>
    </dgm:pt>
    <dgm:pt modelId="{9A037140-9B69-4B9F-A134-F2F2EB0F2E32}" type="pres">
      <dgm:prSet presAssocID="{12714FC6-8B41-47E5-91DD-F02D34D23B93}" presName="rootConnector" presStyleCnt="0"/>
      <dgm:spPr/>
    </dgm:pt>
    <dgm:pt modelId="{FA37AA5D-87C2-47F6-9B72-B753C073E744}" type="pres">
      <dgm:prSet presAssocID="{12714FC6-8B41-47E5-91DD-F02D34D23B93}" presName="hierChild4" presStyleCnt="0"/>
      <dgm:spPr/>
    </dgm:pt>
    <dgm:pt modelId="{B919BB36-95E4-4269-BD49-6E6FE2A162E7}" type="pres">
      <dgm:prSet presAssocID="{72044E6D-4FC1-4F26-917D-BD295697C690}" presName="Name50" presStyleLbl="parChTrans1D3" presStyleIdx="0" presStyleCnt="5"/>
      <dgm:spPr/>
    </dgm:pt>
    <dgm:pt modelId="{DD48DD26-9276-464F-A90F-2D0E68B8A16D}" type="pres">
      <dgm:prSet presAssocID="{AFF58E33-1212-491F-B601-169B36B154D5}" presName="hierRoot2" presStyleCnt="0">
        <dgm:presLayoutVars>
          <dgm:hierBranch/>
        </dgm:presLayoutVars>
      </dgm:prSet>
      <dgm:spPr/>
    </dgm:pt>
    <dgm:pt modelId="{6864D062-3032-467B-98DD-AD7508203D44}" type="pres">
      <dgm:prSet presAssocID="{AFF58E33-1212-491F-B601-169B36B154D5}" presName="rootComposite" presStyleCnt="0"/>
      <dgm:spPr/>
    </dgm:pt>
    <dgm:pt modelId="{D2FFDCA0-7798-4820-BFB6-E5AB119756EC}" type="pres">
      <dgm:prSet presAssocID="{AFF58E33-1212-491F-B601-169B36B154D5}" presName="rootText" presStyleLbl="node3" presStyleIdx="0" presStyleCnt="5">
        <dgm:presLayoutVars>
          <dgm:chPref val="3"/>
        </dgm:presLayoutVars>
      </dgm:prSet>
      <dgm:spPr/>
    </dgm:pt>
    <dgm:pt modelId="{90B96645-AD02-494E-948D-4238E5A92243}" type="pres">
      <dgm:prSet presAssocID="{AFF58E33-1212-491F-B601-169B36B154D5}" presName="rootConnector" presStyleCnt="0"/>
      <dgm:spPr/>
    </dgm:pt>
    <dgm:pt modelId="{072C5CE8-1A48-4AE2-82DE-BD136FA45F25}" type="pres">
      <dgm:prSet presAssocID="{AFF58E33-1212-491F-B601-169B36B154D5}" presName="hierChild4" presStyleCnt="0"/>
      <dgm:spPr/>
    </dgm:pt>
    <dgm:pt modelId="{6EE94D74-B6B4-4FA9-9062-B19616321406}" type="pres">
      <dgm:prSet presAssocID="{AFF58E33-1212-491F-B601-169B36B154D5}" presName="hierChild5" presStyleCnt="0"/>
      <dgm:spPr/>
    </dgm:pt>
    <dgm:pt modelId="{D99B4243-2041-4BFD-9649-8894FEDE6B4B}" type="pres">
      <dgm:prSet presAssocID="{F68D2111-332C-4BC4-8F7B-833B86D86E41}" presName="Name50" presStyleLbl="parChTrans1D3" presStyleIdx="1" presStyleCnt="5"/>
      <dgm:spPr/>
    </dgm:pt>
    <dgm:pt modelId="{8D518E2D-48EA-4D19-8FCD-D25FDC493C08}" type="pres">
      <dgm:prSet presAssocID="{530D368B-7CA5-40EB-BF9D-1A198B537E79}" presName="hierRoot2" presStyleCnt="0">
        <dgm:presLayoutVars>
          <dgm:hierBranch val="init"/>
        </dgm:presLayoutVars>
      </dgm:prSet>
      <dgm:spPr/>
    </dgm:pt>
    <dgm:pt modelId="{726215A2-8B9E-427F-AA6B-20B80EA78D71}" type="pres">
      <dgm:prSet presAssocID="{530D368B-7CA5-40EB-BF9D-1A198B537E79}" presName="rootComposite" presStyleCnt="0"/>
      <dgm:spPr/>
    </dgm:pt>
    <dgm:pt modelId="{AC8A663F-9222-446A-8B3F-D33E635EF1A1}" type="pres">
      <dgm:prSet presAssocID="{530D368B-7CA5-40EB-BF9D-1A198B537E79}" presName="rootText" presStyleLbl="node3" presStyleIdx="1" presStyleCnt="5">
        <dgm:presLayoutVars>
          <dgm:chPref val="3"/>
        </dgm:presLayoutVars>
      </dgm:prSet>
      <dgm:spPr/>
    </dgm:pt>
    <dgm:pt modelId="{12EBDD6E-FE15-42D4-A679-FD98F50257AE}" type="pres">
      <dgm:prSet presAssocID="{530D368B-7CA5-40EB-BF9D-1A198B537E79}" presName="rootConnector" presStyleCnt="0"/>
      <dgm:spPr/>
    </dgm:pt>
    <dgm:pt modelId="{4A17DD79-23E4-4DD1-8B4C-1AF6D7EE2605}" type="pres">
      <dgm:prSet presAssocID="{530D368B-7CA5-40EB-BF9D-1A198B537E79}" presName="hierChild4" presStyleCnt="0"/>
      <dgm:spPr/>
    </dgm:pt>
    <dgm:pt modelId="{26F98E6E-284A-4D5D-8546-D7B3625C571C}" type="pres">
      <dgm:prSet presAssocID="{530D368B-7CA5-40EB-BF9D-1A198B537E79}" presName="hierChild5" presStyleCnt="0"/>
      <dgm:spPr/>
    </dgm:pt>
    <dgm:pt modelId="{4E41F5B1-6BAB-40E8-8F5B-6600E4BCE74F}" type="pres">
      <dgm:prSet presAssocID="{A8380C1A-6E3F-4444-8CE6-7FA9AA1AB7B8}" presName="Name50" presStyleLbl="parChTrans1D3" presStyleIdx="2" presStyleCnt="5"/>
      <dgm:spPr/>
    </dgm:pt>
    <dgm:pt modelId="{9F79AB5B-515F-485F-8694-4D5C64DE111D}" type="pres">
      <dgm:prSet presAssocID="{3FAE8E90-F9C0-4E1A-9528-42E17906D6CB}" presName="hierRoot2" presStyleCnt="0">
        <dgm:presLayoutVars>
          <dgm:hierBranch val="init"/>
        </dgm:presLayoutVars>
      </dgm:prSet>
      <dgm:spPr/>
    </dgm:pt>
    <dgm:pt modelId="{C3A22E5B-B76E-4943-B984-76B0FC8C9186}" type="pres">
      <dgm:prSet presAssocID="{3FAE8E90-F9C0-4E1A-9528-42E17906D6CB}" presName="rootComposite" presStyleCnt="0"/>
      <dgm:spPr/>
    </dgm:pt>
    <dgm:pt modelId="{20667302-754D-4AFD-BD18-E281468DC78D}" type="pres">
      <dgm:prSet presAssocID="{3FAE8E90-F9C0-4E1A-9528-42E17906D6CB}" presName="rootText" presStyleLbl="node3" presStyleIdx="2" presStyleCnt="5">
        <dgm:presLayoutVars>
          <dgm:chPref val="3"/>
        </dgm:presLayoutVars>
      </dgm:prSet>
      <dgm:spPr/>
    </dgm:pt>
    <dgm:pt modelId="{9EE5B17F-28D0-4A21-9243-6462A0E03323}" type="pres">
      <dgm:prSet presAssocID="{3FAE8E90-F9C0-4E1A-9528-42E17906D6CB}" presName="rootConnector" presStyleCnt="0"/>
      <dgm:spPr/>
    </dgm:pt>
    <dgm:pt modelId="{85D76D1C-3CE1-4A41-BE36-D64921661EDD}" type="pres">
      <dgm:prSet presAssocID="{3FAE8E90-F9C0-4E1A-9528-42E17906D6CB}" presName="hierChild4" presStyleCnt="0"/>
      <dgm:spPr/>
    </dgm:pt>
    <dgm:pt modelId="{467D907E-BD70-478C-A0AF-32F2795DE020}" type="pres">
      <dgm:prSet presAssocID="{3FAE8E90-F9C0-4E1A-9528-42E17906D6CB}" presName="hierChild5" presStyleCnt="0"/>
      <dgm:spPr/>
    </dgm:pt>
    <dgm:pt modelId="{A7309641-2A58-41EA-9E42-56812CF298ED}" type="pres">
      <dgm:prSet presAssocID="{12714FC6-8B41-47E5-91DD-F02D34D23B93}" presName="hierChild5" presStyleCnt="0"/>
      <dgm:spPr/>
    </dgm:pt>
    <dgm:pt modelId="{AB3A8128-6C86-49B7-B5CC-0153888815E5}" type="pres">
      <dgm:prSet presAssocID="{CCF68ADE-40B6-47D0-93C1-88EC13ADC8AC}" presName="Name37" presStyleLbl="parChTrans1D2" presStyleIdx="1" presStyleCnt="2"/>
      <dgm:spPr/>
    </dgm:pt>
    <dgm:pt modelId="{1A917F9A-DDE6-4568-B35C-7FABCEF0A586}" type="pres">
      <dgm:prSet presAssocID="{CF717C8A-B40B-4AFF-BF49-65ABB7DF8190}" presName="hierRoot2" presStyleCnt="0">
        <dgm:presLayoutVars>
          <dgm:hierBranch val="init"/>
        </dgm:presLayoutVars>
      </dgm:prSet>
      <dgm:spPr/>
    </dgm:pt>
    <dgm:pt modelId="{FA949B67-3DB7-47FA-97C9-4A653E762F22}" type="pres">
      <dgm:prSet presAssocID="{CF717C8A-B40B-4AFF-BF49-65ABB7DF8190}" presName="rootComposite" presStyleCnt="0"/>
      <dgm:spPr/>
    </dgm:pt>
    <dgm:pt modelId="{7D64F4A3-0E55-47AC-A59B-9D5A9DC25552}" type="pres">
      <dgm:prSet presAssocID="{CF717C8A-B40B-4AFF-BF49-65ABB7DF8190}" presName="rootText" presStyleLbl="node2" presStyleIdx="1" presStyleCnt="2">
        <dgm:presLayoutVars>
          <dgm:chPref val="3"/>
        </dgm:presLayoutVars>
      </dgm:prSet>
      <dgm:spPr/>
    </dgm:pt>
    <dgm:pt modelId="{5667CB49-EC34-46BC-AD2D-72F3BD95D049}" type="pres">
      <dgm:prSet presAssocID="{CF717C8A-B40B-4AFF-BF49-65ABB7DF8190}" presName="rootConnector" presStyleCnt="0"/>
      <dgm:spPr/>
    </dgm:pt>
    <dgm:pt modelId="{EB3A10DA-2FA4-4DAD-8341-8078D7F83716}" type="pres">
      <dgm:prSet presAssocID="{CF717C8A-B40B-4AFF-BF49-65ABB7DF8190}" presName="hierChild4" presStyleCnt="0"/>
      <dgm:spPr/>
    </dgm:pt>
    <dgm:pt modelId="{6C7D648B-4FD0-44B7-9BC9-15E6D5CE2E80}" type="pres">
      <dgm:prSet presAssocID="{1968DCD5-70F2-4E89-B3A9-E31769CCD5EC}" presName="Name37" presStyleLbl="parChTrans1D3" presStyleIdx="3" presStyleCnt="5"/>
      <dgm:spPr/>
    </dgm:pt>
    <dgm:pt modelId="{F20CA0FD-5A68-4406-8534-992E3A8D2B9D}" type="pres">
      <dgm:prSet presAssocID="{70FB8FF5-D828-48E6-8542-4D5142442373}" presName="hierRoot2" presStyleCnt="0">
        <dgm:presLayoutVars>
          <dgm:hierBranch val="init"/>
        </dgm:presLayoutVars>
      </dgm:prSet>
      <dgm:spPr/>
    </dgm:pt>
    <dgm:pt modelId="{CBD24C84-3297-455E-B647-AF326C3E10D1}" type="pres">
      <dgm:prSet presAssocID="{70FB8FF5-D828-48E6-8542-4D5142442373}" presName="rootComposite" presStyleCnt="0"/>
      <dgm:spPr/>
    </dgm:pt>
    <dgm:pt modelId="{BDF16637-C510-4437-A4EB-1D429E22C735}" type="pres">
      <dgm:prSet presAssocID="{70FB8FF5-D828-48E6-8542-4D5142442373}" presName="rootText" presStyleLbl="node3" presStyleIdx="3" presStyleCnt="5" custLinFactNeighborY="-2427">
        <dgm:presLayoutVars>
          <dgm:chPref val="3"/>
        </dgm:presLayoutVars>
      </dgm:prSet>
      <dgm:spPr/>
    </dgm:pt>
    <dgm:pt modelId="{4064A033-87E4-4813-B7F9-AD9863FF1BE8}" type="pres">
      <dgm:prSet presAssocID="{70FB8FF5-D828-48E6-8542-4D5142442373}" presName="rootConnector" presStyleCnt="0"/>
      <dgm:spPr/>
    </dgm:pt>
    <dgm:pt modelId="{BBF2F277-3932-4AE0-B504-18F7789BCB94}" type="pres">
      <dgm:prSet presAssocID="{70FB8FF5-D828-48E6-8542-4D5142442373}" presName="hierChild4" presStyleCnt="0"/>
      <dgm:spPr/>
    </dgm:pt>
    <dgm:pt modelId="{7675946A-9358-47D4-849E-8CC99CB052C5}" type="pres">
      <dgm:prSet presAssocID="{70FB8FF5-D828-48E6-8542-4D5142442373}" presName="hierChild5" presStyleCnt="0"/>
      <dgm:spPr/>
    </dgm:pt>
    <dgm:pt modelId="{FF8F61CF-DEA9-4261-9666-31AF5EACF621}" type="pres">
      <dgm:prSet presAssocID="{C259EBE6-F0D0-471C-A833-3CC0A78EBAE0}" presName="Name37" presStyleLbl="parChTrans1D3" presStyleIdx="4" presStyleCnt="5"/>
      <dgm:spPr/>
    </dgm:pt>
    <dgm:pt modelId="{516801AD-83F5-4BA1-AE52-6F4B2EAF46B5}" type="pres">
      <dgm:prSet presAssocID="{9A7E2590-26D6-471B-ABDB-C6F453054F8D}" presName="hierRoot2" presStyleCnt="0">
        <dgm:presLayoutVars>
          <dgm:hierBranch val="init"/>
        </dgm:presLayoutVars>
      </dgm:prSet>
      <dgm:spPr/>
    </dgm:pt>
    <dgm:pt modelId="{8059A168-D40D-4D31-8B10-E6E01AFA807F}" type="pres">
      <dgm:prSet presAssocID="{9A7E2590-26D6-471B-ABDB-C6F453054F8D}" presName="rootComposite" presStyleCnt="0"/>
      <dgm:spPr/>
    </dgm:pt>
    <dgm:pt modelId="{21A184CA-5C07-4047-9B8C-017F541F7D59}" type="pres">
      <dgm:prSet presAssocID="{9A7E2590-26D6-471B-ABDB-C6F453054F8D}" presName="rootText" presStyleLbl="node3" presStyleIdx="4" presStyleCnt="5">
        <dgm:presLayoutVars>
          <dgm:chPref val="3"/>
        </dgm:presLayoutVars>
      </dgm:prSet>
      <dgm:spPr/>
    </dgm:pt>
    <dgm:pt modelId="{ED912DEB-47D0-4E18-A85B-2B6728FE695B}" type="pres">
      <dgm:prSet presAssocID="{9A7E2590-26D6-471B-ABDB-C6F453054F8D}" presName="rootConnector" presStyleCnt="0"/>
      <dgm:spPr/>
    </dgm:pt>
    <dgm:pt modelId="{3D537A16-98CC-4660-8060-5F9ABE7323C9}" type="pres">
      <dgm:prSet presAssocID="{9A7E2590-26D6-471B-ABDB-C6F453054F8D}" presName="hierChild4" presStyleCnt="0"/>
      <dgm:spPr/>
    </dgm:pt>
    <dgm:pt modelId="{4BB23809-B0F2-45A4-AAB2-ABFDE28C1A6B}" type="pres">
      <dgm:prSet presAssocID="{9A7E2590-26D6-471B-ABDB-C6F453054F8D}" presName="hierChild5" presStyleCnt="0"/>
      <dgm:spPr/>
    </dgm:pt>
    <dgm:pt modelId="{B05C5608-85C8-433E-A928-1755312B673B}" type="pres">
      <dgm:prSet presAssocID="{CF717C8A-B40B-4AFF-BF49-65ABB7DF8190}" presName="hierChild5" presStyleCnt="0"/>
      <dgm:spPr/>
    </dgm:pt>
    <dgm:pt modelId="{0E819307-1B4E-434E-BA76-D5A4192B0663}" type="pres">
      <dgm:prSet presAssocID="{47C757F0-AA23-46BE-9311-EA432CDEEAA1}" presName="hierChild3" presStyleCnt="0"/>
      <dgm:spPr/>
    </dgm:pt>
  </dgm:ptLst>
  <dgm:cxnLst>
    <dgm:cxn modelId="{0439BE38-D45C-445E-A2E0-A3D98306B97F}" srcId="{A77D31B3-3808-4FBA-8FA4-CC8D448A173E}" destId="{47C757F0-AA23-46BE-9311-EA432CDEEAA1}" srcOrd="0" destOrd="0" parTransId="{AB39B06D-FE6C-48B2-B5B4-77CD0C8CF7AD}" sibTransId="{DF0D1C21-B79E-4875-B7FA-EF183CB48B88}"/>
    <dgm:cxn modelId="{C2DA111B-875A-469B-992C-E4B5C239239B}" srcId="{47C757F0-AA23-46BE-9311-EA432CDEEAA1}" destId="{12714FC6-8B41-47E5-91DD-F02D34D23B93}" srcOrd="0" destOrd="0" parTransId="{EACD17F5-D793-4A43-B489-D1804D50CFEF}" sibTransId="{FA45D93F-0724-4936-AA45-E6762732A19D}"/>
    <dgm:cxn modelId="{0E7E03F6-40B0-45FF-895C-00B5323248C2}" srcId="{12714FC6-8B41-47E5-91DD-F02D34D23B93}" destId="{AFF58E33-1212-491F-B601-169B36B154D5}" srcOrd="0" destOrd="0" parTransId="{72044E6D-4FC1-4F26-917D-BD295697C690}" sibTransId="{0C7EC1E5-4207-4C34-BC6E-A6CE0C84B4E7}"/>
    <dgm:cxn modelId="{7E226D25-607E-41D7-BA82-2670C7BB6B7D}" srcId="{12714FC6-8B41-47E5-91DD-F02D34D23B93}" destId="{530D368B-7CA5-40EB-BF9D-1A198B537E79}" srcOrd="1" destOrd="0" parTransId="{F68D2111-332C-4BC4-8F7B-833B86D86E41}" sibTransId="{A969611C-C1F8-462B-8262-8E4509F17C4D}"/>
    <dgm:cxn modelId="{EC5D425B-6EF6-45BD-8D8E-AAB36F128550}" srcId="{12714FC6-8B41-47E5-91DD-F02D34D23B93}" destId="{3FAE8E90-F9C0-4E1A-9528-42E17906D6CB}" srcOrd="2" destOrd="0" parTransId="{A8380C1A-6E3F-4444-8CE6-7FA9AA1AB7B8}" sibTransId="{E71C8243-1BB9-4D5E-890A-9B501931C3FA}"/>
    <dgm:cxn modelId="{0D08D94B-7360-45C5-8C8E-CC8499B800C1}" srcId="{47C757F0-AA23-46BE-9311-EA432CDEEAA1}" destId="{CF717C8A-B40B-4AFF-BF49-65ABB7DF8190}" srcOrd="1" destOrd="0" parTransId="{CCF68ADE-40B6-47D0-93C1-88EC13ADC8AC}" sibTransId="{630D3E0B-D1D7-4E1A-8193-515AA5E1866F}"/>
    <dgm:cxn modelId="{F9F7DA55-DD40-4074-AE59-5E746871FC2C}" srcId="{CF717C8A-B40B-4AFF-BF49-65ABB7DF8190}" destId="{70FB8FF5-D828-48E6-8542-4D5142442373}" srcOrd="0" destOrd="1" parTransId="{1968DCD5-70F2-4E89-B3A9-E31769CCD5EC}" sibTransId="{32DA6CD5-8466-4BDA-861A-62A50BF2C946}"/>
    <dgm:cxn modelId="{07151D15-E45D-4B0E-996A-92A209E32E33}" srcId="{CF717C8A-B40B-4AFF-BF49-65ABB7DF8190}" destId="{9A7E2590-26D6-471B-ABDB-C6F453054F8D}" srcOrd="1" destOrd="1" parTransId="{C259EBE6-F0D0-471C-A833-3CC0A78EBAE0}" sibTransId="{47C70D2E-A178-487B-A8FE-FEF1A9831FB3}"/>
    <dgm:cxn modelId="{765761A9-8BD0-4041-9F55-3F522AD7F0CC}" type="presOf" srcId="{A77D31B3-3808-4FBA-8FA4-CC8D448A173E}" destId="{E498DC9C-C5AC-4482-A26F-3B99DC5D79F0}" srcOrd="0" destOrd="0" presId="urn:microsoft.com/office/officeart/2005/8/layout/orgChart1"/>
    <dgm:cxn modelId="{DB10D826-5960-4BF7-8A04-BADD03329D63}" type="presParOf" srcId="{E498DC9C-C5AC-4482-A26F-3B99DC5D79F0}" destId="{F728C3E8-5128-4BB6-90CC-A86769ECE335}" srcOrd="0" destOrd="0" presId="urn:microsoft.com/office/officeart/2005/8/layout/orgChart1"/>
    <dgm:cxn modelId="{953C6B3E-8E7C-454E-BC3A-FD390E087D03}" type="presParOf" srcId="{F728C3E8-5128-4BB6-90CC-A86769ECE335}" destId="{79147750-B6BF-43FD-83A0-7ACDC9B53EFF}" srcOrd="0" destOrd="0" presId="urn:microsoft.com/office/officeart/2005/8/layout/orgChart1"/>
    <dgm:cxn modelId="{DC807288-A52F-4ADA-9154-66CFE31D9158}" type="presOf" srcId="{47C757F0-AA23-46BE-9311-EA432CDEEAA1}" destId="{79147750-B6BF-43FD-83A0-7ACDC9B53EFF}" srcOrd="0" destOrd="0" presId="urn:microsoft.com/office/officeart/2005/8/layout/orgChart1"/>
    <dgm:cxn modelId="{DE4901B5-B6CA-4F2D-9620-D742A2AB4304}" type="presParOf" srcId="{79147750-B6BF-43FD-83A0-7ACDC9B53EFF}" destId="{AE79172D-D441-42BB-84EA-E3D989670DED}" srcOrd="0" destOrd="0" presId="urn:microsoft.com/office/officeart/2005/8/layout/orgChart1"/>
    <dgm:cxn modelId="{CAE01A2B-10C0-46A7-948C-1FF1FE4579CE}" type="presOf" srcId="{47C757F0-AA23-46BE-9311-EA432CDEEAA1}" destId="{AE79172D-D441-42BB-84EA-E3D989670DED}" srcOrd="0" destOrd="0" presId="urn:microsoft.com/office/officeart/2005/8/layout/orgChart1"/>
    <dgm:cxn modelId="{B5C9DB4E-A16D-4464-BBDD-AB02A3C154F3}" type="presParOf" srcId="{79147750-B6BF-43FD-83A0-7ACDC9B53EFF}" destId="{86420519-308D-4A6A-8FEA-6FB2E39BA448}" srcOrd="1" destOrd="0" presId="urn:microsoft.com/office/officeart/2005/8/layout/orgChart1"/>
    <dgm:cxn modelId="{D4138197-F0D5-4BD0-B811-47C905BD17ED}" type="presOf" srcId="{47C757F0-AA23-46BE-9311-EA432CDEEAA1}" destId="{86420519-308D-4A6A-8FEA-6FB2E39BA448}" srcOrd="0" destOrd="0" presId="urn:microsoft.com/office/officeart/2005/8/layout/orgChart1"/>
    <dgm:cxn modelId="{B00C152B-EE8F-4C2F-9D97-4877A543B656}" type="presParOf" srcId="{F728C3E8-5128-4BB6-90CC-A86769ECE335}" destId="{9A0FF10C-81C7-47CD-A320-768F2009480B}" srcOrd="1" destOrd="0" presId="urn:microsoft.com/office/officeart/2005/8/layout/orgChart1"/>
    <dgm:cxn modelId="{07A37253-4A23-447A-8200-DF105003A5C5}" type="presParOf" srcId="{9A0FF10C-81C7-47CD-A320-768F2009480B}" destId="{6A259130-4455-44E0-969B-948D1249687E}" srcOrd="0" destOrd="1" presId="urn:microsoft.com/office/officeart/2005/8/layout/orgChart1"/>
    <dgm:cxn modelId="{298711E8-64B1-4ED7-A3F0-D30989ED5720}" type="presOf" srcId="{EACD17F5-D793-4A43-B489-D1804D50CFEF}" destId="{6A259130-4455-44E0-969B-948D1249687E}" srcOrd="0" destOrd="0" presId="urn:microsoft.com/office/officeart/2005/8/layout/orgChart1"/>
    <dgm:cxn modelId="{815D1617-BC41-41B7-B768-CDC7F7DCEB82}" type="presParOf" srcId="{9A0FF10C-81C7-47CD-A320-768F2009480B}" destId="{D6C5C065-A308-417C-8ECC-04FC2BEC646C}" srcOrd="1" destOrd="1" presId="urn:microsoft.com/office/officeart/2005/8/layout/orgChart1"/>
    <dgm:cxn modelId="{ABF9D8DB-A2A8-4B1D-81CA-990F88047631}" type="presParOf" srcId="{D6C5C065-A308-417C-8ECC-04FC2BEC646C}" destId="{E36491EF-5019-46FD-BC82-1BD579B9EE0E}" srcOrd="0" destOrd="1" presId="urn:microsoft.com/office/officeart/2005/8/layout/orgChart1"/>
    <dgm:cxn modelId="{6444D684-FA50-4388-BBEE-C82C6AF747F0}" type="presOf" srcId="{12714FC6-8B41-47E5-91DD-F02D34D23B93}" destId="{E36491EF-5019-46FD-BC82-1BD579B9EE0E}" srcOrd="0" destOrd="0" presId="urn:microsoft.com/office/officeart/2005/8/layout/orgChart1"/>
    <dgm:cxn modelId="{AD4EC51E-D0B5-4AE5-8CDD-6277E0F7D230}" type="presParOf" srcId="{E36491EF-5019-46FD-BC82-1BD579B9EE0E}" destId="{43B7C837-49D6-40CE-BBAB-953D9E4BA7ED}" srcOrd="0" destOrd="0" presId="urn:microsoft.com/office/officeart/2005/8/layout/orgChart1"/>
    <dgm:cxn modelId="{F5208E2D-EB17-4853-826B-284A8A707BDF}" type="presOf" srcId="{12714FC6-8B41-47E5-91DD-F02D34D23B93}" destId="{43B7C837-49D6-40CE-BBAB-953D9E4BA7ED}" srcOrd="0" destOrd="0" presId="urn:microsoft.com/office/officeart/2005/8/layout/orgChart1"/>
    <dgm:cxn modelId="{B310E2D3-B1F7-4AB2-AD49-61C3226C0D4C}" type="presParOf" srcId="{E36491EF-5019-46FD-BC82-1BD579B9EE0E}" destId="{9A037140-9B69-4B9F-A134-F2F2EB0F2E32}" srcOrd="1" destOrd="0" presId="urn:microsoft.com/office/officeart/2005/8/layout/orgChart1"/>
    <dgm:cxn modelId="{3B67836D-5AA7-4EB0-96C0-FEFE467D5D7F}" type="presOf" srcId="{12714FC6-8B41-47E5-91DD-F02D34D23B93}" destId="{9A037140-9B69-4B9F-A134-F2F2EB0F2E32}" srcOrd="0" destOrd="0" presId="urn:microsoft.com/office/officeart/2005/8/layout/orgChart1"/>
    <dgm:cxn modelId="{8228AF5F-FA5A-4163-8E26-5EFB8D95CFBD}" type="presParOf" srcId="{D6C5C065-A308-417C-8ECC-04FC2BEC646C}" destId="{FA37AA5D-87C2-47F6-9B72-B753C073E744}" srcOrd="1" destOrd="1" presId="urn:microsoft.com/office/officeart/2005/8/layout/orgChart1"/>
    <dgm:cxn modelId="{B7EE253C-4C2F-411F-B9EA-C270AA045E5E}" type="presParOf" srcId="{FA37AA5D-87C2-47F6-9B72-B753C073E744}" destId="{B919BB36-95E4-4269-BD49-6E6FE2A162E7}" srcOrd="0" destOrd="1" presId="urn:microsoft.com/office/officeart/2005/8/layout/orgChart1"/>
    <dgm:cxn modelId="{6DE4B7EA-0CFE-4298-95C4-7ED524EABB8C}" type="presOf" srcId="{72044E6D-4FC1-4F26-917D-BD295697C690}" destId="{B919BB36-95E4-4269-BD49-6E6FE2A162E7}" srcOrd="0" destOrd="0" presId="urn:microsoft.com/office/officeart/2005/8/layout/orgChart1"/>
    <dgm:cxn modelId="{23C1D34C-32EB-4DCB-9646-65C2249D5981}" type="presParOf" srcId="{FA37AA5D-87C2-47F6-9B72-B753C073E744}" destId="{DD48DD26-9276-464F-A90F-2D0E68B8A16D}" srcOrd="1" destOrd="1" presId="urn:microsoft.com/office/officeart/2005/8/layout/orgChart1"/>
    <dgm:cxn modelId="{28B6259B-E64C-4930-BE46-D96BE40D6F68}" type="presParOf" srcId="{DD48DD26-9276-464F-A90F-2D0E68B8A16D}" destId="{6864D062-3032-467B-98DD-AD7508203D44}" srcOrd="0" destOrd="1" presId="urn:microsoft.com/office/officeart/2005/8/layout/orgChart1"/>
    <dgm:cxn modelId="{705616BB-4FC3-483B-9CB1-28786169883E}" type="presOf" srcId="{AFF58E33-1212-491F-B601-169B36B154D5}" destId="{6864D062-3032-467B-98DD-AD7508203D44}" srcOrd="0" destOrd="0" presId="urn:microsoft.com/office/officeart/2005/8/layout/orgChart1"/>
    <dgm:cxn modelId="{F60D0FE8-5219-4CA8-8E42-EE0BB218F30B}" type="presParOf" srcId="{6864D062-3032-467B-98DD-AD7508203D44}" destId="{D2FFDCA0-7798-4820-BFB6-E5AB119756EC}" srcOrd="0" destOrd="0" presId="urn:microsoft.com/office/officeart/2005/8/layout/orgChart1"/>
    <dgm:cxn modelId="{F064ACA0-C1DA-40C5-A1BB-2F09E2679C0B}" type="presOf" srcId="{AFF58E33-1212-491F-B601-169B36B154D5}" destId="{D2FFDCA0-7798-4820-BFB6-E5AB119756EC}" srcOrd="0" destOrd="0" presId="urn:microsoft.com/office/officeart/2005/8/layout/orgChart1"/>
    <dgm:cxn modelId="{BC01EF25-E62F-49D7-A1BE-08B97C7A8D98}" type="presParOf" srcId="{6864D062-3032-467B-98DD-AD7508203D44}" destId="{90B96645-AD02-494E-948D-4238E5A92243}" srcOrd="1" destOrd="0" presId="urn:microsoft.com/office/officeart/2005/8/layout/orgChart1"/>
    <dgm:cxn modelId="{2142AD2D-0579-4C51-AC87-133ECDC574CC}" type="presOf" srcId="{AFF58E33-1212-491F-B601-169B36B154D5}" destId="{90B96645-AD02-494E-948D-4238E5A92243}" srcOrd="0" destOrd="0" presId="urn:microsoft.com/office/officeart/2005/8/layout/orgChart1"/>
    <dgm:cxn modelId="{A4707281-A2DC-4E2D-A3DC-18BDE4AC7220}" type="presParOf" srcId="{DD48DD26-9276-464F-A90F-2D0E68B8A16D}" destId="{072C5CE8-1A48-4AE2-82DE-BD136FA45F25}" srcOrd="1" destOrd="1" presId="urn:microsoft.com/office/officeart/2005/8/layout/orgChart1"/>
    <dgm:cxn modelId="{0C3264E1-2BFA-42AD-9F28-917333C7D04D}" type="presParOf" srcId="{DD48DD26-9276-464F-A90F-2D0E68B8A16D}" destId="{6EE94D74-B6B4-4FA9-9062-B19616321406}" srcOrd="2" destOrd="1" presId="urn:microsoft.com/office/officeart/2005/8/layout/orgChart1"/>
    <dgm:cxn modelId="{D879AEC8-635B-4468-93CD-8ECDA6A23A77}" type="presParOf" srcId="{FA37AA5D-87C2-47F6-9B72-B753C073E744}" destId="{D99B4243-2041-4BFD-9649-8894FEDE6B4B}" srcOrd="2" destOrd="1" presId="urn:microsoft.com/office/officeart/2005/8/layout/orgChart1"/>
    <dgm:cxn modelId="{234EFBFF-D8C4-4F83-BCF3-FF7D574B3218}" type="presOf" srcId="{F68D2111-332C-4BC4-8F7B-833B86D86E41}" destId="{D99B4243-2041-4BFD-9649-8894FEDE6B4B}" srcOrd="0" destOrd="0" presId="urn:microsoft.com/office/officeart/2005/8/layout/orgChart1"/>
    <dgm:cxn modelId="{B2248E1A-274C-4B34-8E85-8B8F2A0F6845}" type="presParOf" srcId="{FA37AA5D-87C2-47F6-9B72-B753C073E744}" destId="{8D518E2D-48EA-4D19-8FCD-D25FDC493C08}" srcOrd="3" destOrd="1" presId="urn:microsoft.com/office/officeart/2005/8/layout/orgChart1"/>
    <dgm:cxn modelId="{17C04C97-5B73-44D9-9A6B-F7CC0A08B207}" type="presParOf" srcId="{8D518E2D-48EA-4D19-8FCD-D25FDC493C08}" destId="{726215A2-8B9E-427F-AA6B-20B80EA78D71}" srcOrd="0" destOrd="3" presId="urn:microsoft.com/office/officeart/2005/8/layout/orgChart1"/>
    <dgm:cxn modelId="{76314465-6881-49DD-8A1D-96714897D408}" type="presOf" srcId="{530D368B-7CA5-40EB-BF9D-1A198B537E79}" destId="{726215A2-8B9E-427F-AA6B-20B80EA78D71}" srcOrd="0" destOrd="0" presId="urn:microsoft.com/office/officeart/2005/8/layout/orgChart1"/>
    <dgm:cxn modelId="{D024E4E9-9712-4E2B-91E6-EC515215B5AA}" type="presParOf" srcId="{726215A2-8B9E-427F-AA6B-20B80EA78D71}" destId="{AC8A663F-9222-446A-8B3F-D33E635EF1A1}" srcOrd="0" destOrd="0" presId="urn:microsoft.com/office/officeart/2005/8/layout/orgChart1"/>
    <dgm:cxn modelId="{4F06B214-B23B-4634-AED0-45288592C5A6}" type="presOf" srcId="{530D368B-7CA5-40EB-BF9D-1A198B537E79}" destId="{AC8A663F-9222-446A-8B3F-D33E635EF1A1}" srcOrd="0" destOrd="0" presId="urn:microsoft.com/office/officeart/2005/8/layout/orgChart1"/>
    <dgm:cxn modelId="{C4B2F486-D372-4F61-84D7-347BEF517D1B}" type="presParOf" srcId="{726215A2-8B9E-427F-AA6B-20B80EA78D71}" destId="{12EBDD6E-FE15-42D4-A679-FD98F50257AE}" srcOrd="1" destOrd="0" presId="urn:microsoft.com/office/officeart/2005/8/layout/orgChart1"/>
    <dgm:cxn modelId="{72320A97-A5B6-445D-97E4-06AE2DBD5290}" type="presOf" srcId="{530D368B-7CA5-40EB-BF9D-1A198B537E79}" destId="{12EBDD6E-FE15-42D4-A679-FD98F50257AE}" srcOrd="0" destOrd="0" presId="urn:microsoft.com/office/officeart/2005/8/layout/orgChart1"/>
    <dgm:cxn modelId="{8CAF3F57-6BDF-4078-8857-B7718D9B4E75}" type="presParOf" srcId="{8D518E2D-48EA-4D19-8FCD-D25FDC493C08}" destId="{4A17DD79-23E4-4DD1-8B4C-1AF6D7EE2605}" srcOrd="1" destOrd="3" presId="urn:microsoft.com/office/officeart/2005/8/layout/orgChart1"/>
    <dgm:cxn modelId="{8B5F72D3-876A-46FB-85B9-CEA4F2ABB3CF}" type="presParOf" srcId="{8D518E2D-48EA-4D19-8FCD-D25FDC493C08}" destId="{26F98E6E-284A-4D5D-8546-D7B3625C571C}" srcOrd="2" destOrd="3" presId="urn:microsoft.com/office/officeart/2005/8/layout/orgChart1"/>
    <dgm:cxn modelId="{2BDE5F01-0367-492B-AB04-9CEDD44932DA}" type="presParOf" srcId="{FA37AA5D-87C2-47F6-9B72-B753C073E744}" destId="{4E41F5B1-6BAB-40E8-8F5B-6600E4BCE74F}" srcOrd="4" destOrd="1" presId="urn:microsoft.com/office/officeart/2005/8/layout/orgChart1"/>
    <dgm:cxn modelId="{483AE41F-CE25-41CB-A6E5-D41752A01ABF}" type="presOf" srcId="{A8380C1A-6E3F-4444-8CE6-7FA9AA1AB7B8}" destId="{4E41F5B1-6BAB-40E8-8F5B-6600E4BCE74F}" srcOrd="0" destOrd="0" presId="urn:microsoft.com/office/officeart/2005/8/layout/orgChart1"/>
    <dgm:cxn modelId="{8CFD17C3-5CAE-4F13-945F-FE44283C4638}" type="presParOf" srcId="{FA37AA5D-87C2-47F6-9B72-B753C073E744}" destId="{9F79AB5B-515F-485F-8694-4D5C64DE111D}" srcOrd="5" destOrd="1" presId="urn:microsoft.com/office/officeart/2005/8/layout/orgChart1"/>
    <dgm:cxn modelId="{769486D2-6D04-4299-B4A1-B466B30A091E}" type="presParOf" srcId="{9F79AB5B-515F-485F-8694-4D5C64DE111D}" destId="{C3A22E5B-B76E-4943-B984-76B0FC8C9186}" srcOrd="0" destOrd="5" presId="urn:microsoft.com/office/officeart/2005/8/layout/orgChart1"/>
    <dgm:cxn modelId="{AEA6F110-1D9A-4710-9A5C-6888451004C1}" type="presOf" srcId="{3FAE8E90-F9C0-4E1A-9528-42E17906D6CB}" destId="{C3A22E5B-B76E-4943-B984-76B0FC8C9186}" srcOrd="0" destOrd="0" presId="urn:microsoft.com/office/officeart/2005/8/layout/orgChart1"/>
    <dgm:cxn modelId="{A17B0423-17EC-4D65-A619-3620EE059E66}" type="presParOf" srcId="{C3A22E5B-B76E-4943-B984-76B0FC8C9186}" destId="{20667302-754D-4AFD-BD18-E281468DC78D}" srcOrd="0" destOrd="0" presId="urn:microsoft.com/office/officeart/2005/8/layout/orgChart1"/>
    <dgm:cxn modelId="{EA39047E-BBD6-454F-89DF-AF09E083D066}" type="presOf" srcId="{3FAE8E90-F9C0-4E1A-9528-42E17906D6CB}" destId="{20667302-754D-4AFD-BD18-E281468DC78D}" srcOrd="0" destOrd="0" presId="urn:microsoft.com/office/officeart/2005/8/layout/orgChart1"/>
    <dgm:cxn modelId="{C191BD77-6D07-460C-B667-7DD512A738B3}" type="presParOf" srcId="{C3A22E5B-B76E-4943-B984-76B0FC8C9186}" destId="{9EE5B17F-28D0-4A21-9243-6462A0E03323}" srcOrd="1" destOrd="0" presId="urn:microsoft.com/office/officeart/2005/8/layout/orgChart1"/>
    <dgm:cxn modelId="{C830990E-D6AC-45B5-8EE8-2BCD98F44EEC}" type="presOf" srcId="{3FAE8E90-F9C0-4E1A-9528-42E17906D6CB}" destId="{9EE5B17F-28D0-4A21-9243-6462A0E03323}" srcOrd="0" destOrd="0" presId="urn:microsoft.com/office/officeart/2005/8/layout/orgChart1"/>
    <dgm:cxn modelId="{E55FFDDD-D1B2-4C88-88F2-535ABE4CD768}" type="presParOf" srcId="{9F79AB5B-515F-485F-8694-4D5C64DE111D}" destId="{85D76D1C-3CE1-4A41-BE36-D64921661EDD}" srcOrd="1" destOrd="5" presId="urn:microsoft.com/office/officeart/2005/8/layout/orgChart1"/>
    <dgm:cxn modelId="{7136B5FC-0881-453F-B853-E4345EA83EAD}" type="presParOf" srcId="{9F79AB5B-515F-485F-8694-4D5C64DE111D}" destId="{467D907E-BD70-478C-A0AF-32F2795DE020}" srcOrd="2" destOrd="5" presId="urn:microsoft.com/office/officeart/2005/8/layout/orgChart1"/>
    <dgm:cxn modelId="{A25F643E-D8BC-42F8-9849-FA4B122C969B}" type="presParOf" srcId="{D6C5C065-A308-417C-8ECC-04FC2BEC646C}" destId="{A7309641-2A58-41EA-9E42-56812CF298ED}" srcOrd="2" destOrd="1" presId="urn:microsoft.com/office/officeart/2005/8/layout/orgChart1"/>
    <dgm:cxn modelId="{914952B2-BDB6-407A-9420-3825ABE738CE}" type="presParOf" srcId="{9A0FF10C-81C7-47CD-A320-768F2009480B}" destId="{AB3A8128-6C86-49B7-B5CC-0153888815E5}" srcOrd="2" destOrd="1" presId="urn:microsoft.com/office/officeart/2005/8/layout/orgChart1"/>
    <dgm:cxn modelId="{AD9B0DC4-34DE-449C-86CD-8D12046AAC81}" type="presOf" srcId="{CCF68ADE-40B6-47D0-93C1-88EC13ADC8AC}" destId="{AB3A8128-6C86-49B7-B5CC-0153888815E5}" srcOrd="0" destOrd="0" presId="urn:microsoft.com/office/officeart/2005/8/layout/orgChart1"/>
    <dgm:cxn modelId="{3CD4DFCA-B297-4E31-91C5-9B2C5AF7B027}" type="presParOf" srcId="{9A0FF10C-81C7-47CD-A320-768F2009480B}" destId="{1A917F9A-DDE6-4568-B35C-7FABCEF0A586}" srcOrd="3" destOrd="1" presId="urn:microsoft.com/office/officeart/2005/8/layout/orgChart1"/>
    <dgm:cxn modelId="{9A125AB6-3121-4DFA-A9C1-B37B6F4E2A56}" type="presParOf" srcId="{1A917F9A-DDE6-4568-B35C-7FABCEF0A586}" destId="{FA949B67-3DB7-47FA-97C9-4A653E762F22}" srcOrd="0" destOrd="3" presId="urn:microsoft.com/office/officeart/2005/8/layout/orgChart1"/>
    <dgm:cxn modelId="{609AABE4-02C3-4255-9320-AE6BCE2055A4}" type="presOf" srcId="{CF717C8A-B40B-4AFF-BF49-65ABB7DF8190}" destId="{FA949B67-3DB7-47FA-97C9-4A653E762F22}" srcOrd="0" destOrd="0" presId="urn:microsoft.com/office/officeart/2005/8/layout/orgChart1"/>
    <dgm:cxn modelId="{ED9267A7-B8E7-4C0A-B73A-E431FA3F9764}" type="presParOf" srcId="{FA949B67-3DB7-47FA-97C9-4A653E762F22}" destId="{7D64F4A3-0E55-47AC-A59B-9D5A9DC25552}" srcOrd="0" destOrd="0" presId="urn:microsoft.com/office/officeart/2005/8/layout/orgChart1"/>
    <dgm:cxn modelId="{63BAAA3A-E446-4846-82F1-E038066CC891}" type="presOf" srcId="{CF717C8A-B40B-4AFF-BF49-65ABB7DF8190}" destId="{7D64F4A3-0E55-47AC-A59B-9D5A9DC25552}" srcOrd="0" destOrd="0" presId="urn:microsoft.com/office/officeart/2005/8/layout/orgChart1"/>
    <dgm:cxn modelId="{B0A6C81B-6F88-4BA9-9702-7E7107342FDE}" type="presParOf" srcId="{FA949B67-3DB7-47FA-97C9-4A653E762F22}" destId="{5667CB49-EC34-46BC-AD2D-72F3BD95D049}" srcOrd="1" destOrd="0" presId="urn:microsoft.com/office/officeart/2005/8/layout/orgChart1"/>
    <dgm:cxn modelId="{6E3B680B-A8CB-468A-ACBC-D00942AE1F7B}" type="presOf" srcId="{CF717C8A-B40B-4AFF-BF49-65ABB7DF8190}" destId="{5667CB49-EC34-46BC-AD2D-72F3BD95D049}" srcOrd="0" destOrd="0" presId="urn:microsoft.com/office/officeart/2005/8/layout/orgChart1"/>
    <dgm:cxn modelId="{AFEDF7C9-5566-45AF-82DE-8DDA536946DB}" type="presParOf" srcId="{1A917F9A-DDE6-4568-B35C-7FABCEF0A586}" destId="{EB3A10DA-2FA4-4DAD-8341-8078D7F83716}" srcOrd="1" destOrd="3" presId="urn:microsoft.com/office/officeart/2005/8/layout/orgChart1"/>
    <dgm:cxn modelId="{B44989E0-A064-4942-AD60-8D56A026E865}" type="presParOf" srcId="{EB3A10DA-2FA4-4DAD-8341-8078D7F83716}" destId="{6C7D648B-4FD0-44B7-9BC9-15E6D5CE2E80}" srcOrd="0" destOrd="1" presId="urn:microsoft.com/office/officeart/2005/8/layout/orgChart1"/>
    <dgm:cxn modelId="{95D8962D-59E8-4BDC-937A-C23DB406C261}" type="presOf" srcId="{1968DCD5-70F2-4E89-B3A9-E31769CCD5EC}" destId="{6C7D648B-4FD0-44B7-9BC9-15E6D5CE2E80}" srcOrd="0" destOrd="0" presId="urn:microsoft.com/office/officeart/2005/8/layout/orgChart1"/>
    <dgm:cxn modelId="{DC5D2344-1E37-4E37-A14E-7449523646CA}" type="presParOf" srcId="{EB3A10DA-2FA4-4DAD-8341-8078D7F83716}" destId="{F20CA0FD-5A68-4406-8534-992E3A8D2B9D}" srcOrd="1" destOrd="1" presId="urn:microsoft.com/office/officeart/2005/8/layout/orgChart1"/>
    <dgm:cxn modelId="{B7AEF87F-3B48-4F33-BCE9-9E74AF36735D}" type="presParOf" srcId="{F20CA0FD-5A68-4406-8534-992E3A8D2B9D}" destId="{CBD24C84-3297-455E-B647-AF326C3E10D1}" srcOrd="0" destOrd="1" presId="urn:microsoft.com/office/officeart/2005/8/layout/orgChart1"/>
    <dgm:cxn modelId="{6052CD2B-D3BB-4511-9F05-5085E55B28E1}" type="presOf" srcId="{70FB8FF5-D828-48E6-8542-4D5142442373}" destId="{CBD24C84-3297-455E-B647-AF326C3E10D1}" srcOrd="0" destOrd="0" presId="urn:microsoft.com/office/officeart/2005/8/layout/orgChart1"/>
    <dgm:cxn modelId="{181FF472-CFD1-44C1-8F40-4E449B35DE96}" type="presParOf" srcId="{CBD24C84-3297-455E-B647-AF326C3E10D1}" destId="{BDF16637-C510-4437-A4EB-1D429E22C735}" srcOrd="0" destOrd="0" presId="urn:microsoft.com/office/officeart/2005/8/layout/orgChart1"/>
    <dgm:cxn modelId="{6741BA3E-406E-4500-973A-A5DCD895B40F}" type="presOf" srcId="{70FB8FF5-D828-48E6-8542-4D5142442373}" destId="{BDF16637-C510-4437-A4EB-1D429E22C735}" srcOrd="0" destOrd="0" presId="urn:microsoft.com/office/officeart/2005/8/layout/orgChart1"/>
    <dgm:cxn modelId="{29E3120A-64FC-4F12-9E3F-19628ACFFEA1}" type="presParOf" srcId="{CBD24C84-3297-455E-B647-AF326C3E10D1}" destId="{4064A033-87E4-4813-B7F9-AD9863FF1BE8}" srcOrd="1" destOrd="0" presId="urn:microsoft.com/office/officeart/2005/8/layout/orgChart1"/>
    <dgm:cxn modelId="{459FB9B0-E7A7-466A-951F-43F7E6823CC0}" type="presOf" srcId="{70FB8FF5-D828-48E6-8542-4D5142442373}" destId="{4064A033-87E4-4813-B7F9-AD9863FF1BE8}" srcOrd="0" destOrd="0" presId="urn:microsoft.com/office/officeart/2005/8/layout/orgChart1"/>
    <dgm:cxn modelId="{7BAD097C-6997-46A3-953D-FD99BE2261B3}" type="presParOf" srcId="{F20CA0FD-5A68-4406-8534-992E3A8D2B9D}" destId="{BBF2F277-3932-4AE0-B504-18F7789BCB94}" srcOrd="1" destOrd="1" presId="urn:microsoft.com/office/officeart/2005/8/layout/orgChart1"/>
    <dgm:cxn modelId="{1A7C2E53-730B-441B-973E-01E6237DCCC7}" type="presParOf" srcId="{F20CA0FD-5A68-4406-8534-992E3A8D2B9D}" destId="{7675946A-9358-47D4-849E-8CC99CB052C5}" srcOrd="2" destOrd="1" presId="urn:microsoft.com/office/officeart/2005/8/layout/orgChart1"/>
    <dgm:cxn modelId="{30F06088-DC36-43EA-BE96-64DA8BA83D8A}" type="presParOf" srcId="{EB3A10DA-2FA4-4DAD-8341-8078D7F83716}" destId="{FF8F61CF-DEA9-4261-9666-31AF5EACF621}" srcOrd="2" destOrd="1" presId="urn:microsoft.com/office/officeart/2005/8/layout/orgChart1"/>
    <dgm:cxn modelId="{5DE13713-EBF5-4FB3-9C68-8CAFA4017550}" type="presOf" srcId="{C259EBE6-F0D0-471C-A833-3CC0A78EBAE0}" destId="{FF8F61CF-DEA9-4261-9666-31AF5EACF621}" srcOrd="0" destOrd="0" presId="urn:microsoft.com/office/officeart/2005/8/layout/orgChart1"/>
    <dgm:cxn modelId="{68800B3A-78A8-4200-8259-B1AA4EE3E52A}" type="presParOf" srcId="{EB3A10DA-2FA4-4DAD-8341-8078D7F83716}" destId="{516801AD-83F5-4BA1-AE52-6F4B2EAF46B5}" srcOrd="3" destOrd="1" presId="urn:microsoft.com/office/officeart/2005/8/layout/orgChart1"/>
    <dgm:cxn modelId="{02A23904-CA04-4082-98C3-403C881EF10D}" type="presParOf" srcId="{516801AD-83F5-4BA1-AE52-6F4B2EAF46B5}" destId="{8059A168-D40D-4D31-8B10-E6E01AFA807F}" srcOrd="0" destOrd="3" presId="urn:microsoft.com/office/officeart/2005/8/layout/orgChart1"/>
    <dgm:cxn modelId="{87FFB87F-C412-4678-B39F-F30A7D135BDA}" type="presOf" srcId="{9A7E2590-26D6-471B-ABDB-C6F453054F8D}" destId="{8059A168-D40D-4D31-8B10-E6E01AFA807F}" srcOrd="0" destOrd="0" presId="urn:microsoft.com/office/officeart/2005/8/layout/orgChart1"/>
    <dgm:cxn modelId="{74CA4153-E15A-4B07-8FAE-D8A20E2D6ABD}" type="presParOf" srcId="{8059A168-D40D-4D31-8B10-E6E01AFA807F}" destId="{21A184CA-5C07-4047-9B8C-017F541F7D59}" srcOrd="0" destOrd="0" presId="urn:microsoft.com/office/officeart/2005/8/layout/orgChart1"/>
    <dgm:cxn modelId="{C359E205-2947-42C3-9A12-4FF0E2112718}" type="presOf" srcId="{9A7E2590-26D6-471B-ABDB-C6F453054F8D}" destId="{21A184CA-5C07-4047-9B8C-017F541F7D59}" srcOrd="0" destOrd="0" presId="urn:microsoft.com/office/officeart/2005/8/layout/orgChart1"/>
    <dgm:cxn modelId="{54BECEAD-54C5-4F9F-8C6D-B2F45E90425A}" type="presParOf" srcId="{8059A168-D40D-4D31-8B10-E6E01AFA807F}" destId="{ED912DEB-47D0-4E18-A85B-2B6728FE695B}" srcOrd="1" destOrd="0" presId="urn:microsoft.com/office/officeart/2005/8/layout/orgChart1"/>
    <dgm:cxn modelId="{DE55BC64-42D6-406F-8009-27642DD3179B}" type="presOf" srcId="{9A7E2590-26D6-471B-ABDB-C6F453054F8D}" destId="{ED912DEB-47D0-4E18-A85B-2B6728FE695B}" srcOrd="0" destOrd="0" presId="urn:microsoft.com/office/officeart/2005/8/layout/orgChart1"/>
    <dgm:cxn modelId="{75AAD399-76BF-4EF7-ABB8-028B5087EEE0}" type="presParOf" srcId="{516801AD-83F5-4BA1-AE52-6F4B2EAF46B5}" destId="{3D537A16-98CC-4660-8060-5F9ABE7323C9}" srcOrd="1" destOrd="3" presId="urn:microsoft.com/office/officeart/2005/8/layout/orgChart1"/>
    <dgm:cxn modelId="{1ECE507A-CCBF-4372-A7AB-36C64F3B1A19}" type="presParOf" srcId="{516801AD-83F5-4BA1-AE52-6F4B2EAF46B5}" destId="{4BB23809-B0F2-45A4-AAB2-ABFDE28C1A6B}" srcOrd="2" destOrd="3" presId="urn:microsoft.com/office/officeart/2005/8/layout/orgChart1"/>
    <dgm:cxn modelId="{E30E4E65-4C50-45BD-809F-EBFA55438331}" type="presParOf" srcId="{1A917F9A-DDE6-4568-B35C-7FABCEF0A586}" destId="{B05C5608-85C8-433E-A928-1755312B673B}" srcOrd="2" destOrd="3" presId="urn:microsoft.com/office/officeart/2005/8/layout/orgChart1"/>
    <dgm:cxn modelId="{B7D04F3C-6828-4AB3-82DA-E413BC896EBA}" type="presParOf" srcId="{F728C3E8-5128-4BB6-90CC-A86769ECE335}" destId="{0E819307-1B4E-434E-BA76-D5A4192B066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379845" cy="5554345"/>
        <a:chOff x="0" y="0"/>
        <a:chExt cx="6379845" cy="5554345"/>
      </a:xfrm>
    </dsp:grpSpPr>
    <dsp:sp modelId="{6A259130-4455-44E0-969B-948D1249687E}">
      <dsp:nvSpPr>
        <dsp:cNvPr id="5" name="Freeform 4"/>
        <dsp:cNvSpPr/>
      </dsp:nvSpPr>
      <dsp:spPr bwMode="white">
        <a:xfrm>
          <a:off x="1975949" y="831489"/>
          <a:ext cx="1006101" cy="349225"/>
        </a:xfrm>
        <a:custGeom>
          <a:avLst/>
          <a:gdLst/>
          <a:ahLst/>
          <a:cxnLst/>
          <a:pathLst>
            <a:path w="1584" h="550">
              <a:moveTo>
                <a:pt x="1584" y="0"/>
              </a:moveTo>
              <a:lnTo>
                <a:pt x="1584" y="275"/>
              </a:lnTo>
              <a:lnTo>
                <a:pt x="0" y="275"/>
              </a:lnTo>
              <a:lnTo>
                <a:pt x="0" y="550"/>
              </a:lnTo>
            </a:path>
          </a:pathLst>
        </a:custGeom>
      </dsp:spPr>
      <dsp:style>
        <a:lnRef idx="2">
          <a:schemeClr val="accent5"/>
        </a:lnRef>
        <a:fillRef idx="0">
          <a:schemeClr val="accent4">
            <a:tint val="90000"/>
          </a:schemeClr>
        </a:fillRef>
        <a:effectRef idx="0">
          <a:scrgbClr r="0" g="0" b="0"/>
        </a:effectRef>
        <a:fontRef idx="minor"/>
      </dsp:style>
      <dsp:txXfrm>
        <a:off x="1975949" y="831489"/>
        <a:ext cx="1006101" cy="349225"/>
      </dsp:txXfrm>
    </dsp:sp>
    <dsp:sp modelId="{B919BB36-95E4-4269-BD49-6E6FE2A162E7}">
      <dsp:nvSpPr>
        <dsp:cNvPr id="8" name="Freeform 7"/>
        <dsp:cNvSpPr/>
      </dsp:nvSpPr>
      <dsp:spPr bwMode="white">
        <a:xfrm>
          <a:off x="1310758" y="2012203"/>
          <a:ext cx="249447" cy="764970"/>
        </a:xfrm>
        <a:custGeom>
          <a:avLst/>
          <a:gdLst/>
          <a:ahLst/>
          <a:cxnLst/>
          <a:pathLst>
            <a:path w="393" h="1205">
              <a:moveTo>
                <a:pt x="0" y="0"/>
              </a:moveTo>
              <a:lnTo>
                <a:pt x="0" y="1205"/>
              </a:lnTo>
              <a:lnTo>
                <a:pt x="393" y="1205"/>
              </a:lnTo>
            </a:path>
          </a:pathLst>
        </a:custGeom>
      </dsp:spPr>
      <dsp:style>
        <a:lnRef idx="2">
          <a:schemeClr val="accent6"/>
        </a:lnRef>
        <a:fillRef idx="0">
          <a:schemeClr val="accent4">
            <a:tint val="70000"/>
          </a:schemeClr>
        </a:fillRef>
        <a:effectRef idx="0">
          <a:scrgbClr r="0" g="0" b="0"/>
        </a:effectRef>
        <a:fontRef idx="minor"/>
      </dsp:style>
      <dsp:txXfrm>
        <a:off x="1310758" y="2012203"/>
        <a:ext cx="249447" cy="764970"/>
      </dsp:txXfrm>
    </dsp:sp>
    <dsp:sp modelId="{D99B4243-2041-4BFD-9649-8894FEDE6B4B}">
      <dsp:nvSpPr>
        <dsp:cNvPr id="11" name="Freeform 10"/>
        <dsp:cNvSpPr/>
      </dsp:nvSpPr>
      <dsp:spPr bwMode="white">
        <a:xfrm>
          <a:off x="1310758" y="2012203"/>
          <a:ext cx="249447" cy="1945684"/>
        </a:xfrm>
        <a:custGeom>
          <a:avLst/>
          <a:gdLst/>
          <a:ahLst/>
          <a:cxnLst/>
          <a:pathLst>
            <a:path w="393" h="3064">
              <a:moveTo>
                <a:pt x="0" y="0"/>
              </a:moveTo>
              <a:lnTo>
                <a:pt x="0" y="3064"/>
              </a:lnTo>
              <a:lnTo>
                <a:pt x="393" y="3064"/>
              </a:lnTo>
            </a:path>
          </a:pathLst>
        </a:custGeom>
      </dsp:spPr>
      <dsp:style>
        <a:lnRef idx="2">
          <a:schemeClr val="accent6"/>
        </a:lnRef>
        <a:fillRef idx="0">
          <a:schemeClr val="accent4">
            <a:tint val="70000"/>
          </a:schemeClr>
        </a:fillRef>
        <a:effectRef idx="0">
          <a:scrgbClr r="0" g="0" b="0"/>
        </a:effectRef>
        <a:fontRef idx="minor"/>
      </dsp:style>
      <dsp:txXfrm>
        <a:off x="1310758" y="2012203"/>
        <a:ext cx="249447" cy="1945684"/>
      </dsp:txXfrm>
    </dsp:sp>
    <dsp:sp modelId="{4E41F5B1-6BAB-40E8-8F5B-6600E4BCE74F}">
      <dsp:nvSpPr>
        <dsp:cNvPr id="14" name="Freeform 13"/>
        <dsp:cNvSpPr/>
      </dsp:nvSpPr>
      <dsp:spPr bwMode="white">
        <a:xfrm>
          <a:off x="1310758" y="2012203"/>
          <a:ext cx="249447" cy="3126398"/>
        </a:xfrm>
        <a:custGeom>
          <a:avLst/>
          <a:gdLst/>
          <a:ahLst/>
          <a:cxnLst/>
          <a:pathLst>
            <a:path w="393" h="4923">
              <a:moveTo>
                <a:pt x="0" y="0"/>
              </a:moveTo>
              <a:lnTo>
                <a:pt x="0" y="4923"/>
              </a:lnTo>
              <a:lnTo>
                <a:pt x="393" y="4923"/>
              </a:lnTo>
            </a:path>
          </a:pathLst>
        </a:custGeom>
      </dsp:spPr>
      <dsp:style>
        <a:lnRef idx="2">
          <a:schemeClr val="accent6"/>
        </a:lnRef>
        <a:fillRef idx="0">
          <a:schemeClr val="accent4">
            <a:tint val="70000"/>
          </a:schemeClr>
        </a:fillRef>
        <a:effectRef idx="0">
          <a:scrgbClr r="0" g="0" b="0"/>
        </a:effectRef>
        <a:fontRef idx="minor"/>
      </dsp:style>
      <dsp:txXfrm>
        <a:off x="1310758" y="2012203"/>
        <a:ext cx="249447" cy="3126398"/>
      </dsp:txXfrm>
    </dsp:sp>
    <dsp:sp modelId="{AB3A8128-6C86-49B7-B5CC-0153888815E5}">
      <dsp:nvSpPr>
        <dsp:cNvPr id="17" name="Freeform 16"/>
        <dsp:cNvSpPr/>
      </dsp:nvSpPr>
      <dsp:spPr bwMode="white">
        <a:xfrm>
          <a:off x="2982050" y="831489"/>
          <a:ext cx="1006101" cy="349225"/>
        </a:xfrm>
        <a:custGeom>
          <a:avLst/>
          <a:gdLst/>
          <a:ahLst/>
          <a:cxnLst/>
          <a:pathLst>
            <a:path w="1584" h="550">
              <a:moveTo>
                <a:pt x="0" y="0"/>
              </a:moveTo>
              <a:lnTo>
                <a:pt x="0" y="275"/>
              </a:lnTo>
              <a:lnTo>
                <a:pt x="1584" y="275"/>
              </a:lnTo>
              <a:lnTo>
                <a:pt x="1584" y="550"/>
              </a:lnTo>
            </a:path>
          </a:pathLst>
        </a:custGeom>
      </dsp:spPr>
      <dsp:style>
        <a:lnRef idx="2">
          <a:schemeClr val="accent5"/>
        </a:lnRef>
        <a:fillRef idx="0">
          <a:schemeClr val="accent4">
            <a:tint val="90000"/>
          </a:schemeClr>
        </a:fillRef>
        <a:effectRef idx="0">
          <a:scrgbClr r="0" g="0" b="0"/>
        </a:effectRef>
        <a:fontRef idx="minor"/>
      </dsp:style>
      <dsp:txXfrm>
        <a:off x="2982050" y="831489"/>
        <a:ext cx="1006101" cy="349225"/>
      </dsp:txXfrm>
    </dsp:sp>
    <dsp:sp modelId="{6C7D648B-4FD0-44B7-9BC9-15E6D5CE2E80}">
      <dsp:nvSpPr>
        <dsp:cNvPr id="20" name="Freeform 19"/>
        <dsp:cNvSpPr/>
      </dsp:nvSpPr>
      <dsp:spPr bwMode="white">
        <a:xfrm>
          <a:off x="3322961" y="2012203"/>
          <a:ext cx="249447" cy="744789"/>
        </a:xfrm>
        <a:custGeom>
          <a:avLst/>
          <a:gdLst/>
          <a:ahLst/>
          <a:cxnLst/>
          <a:pathLst>
            <a:path w="393" h="1173">
              <a:moveTo>
                <a:pt x="0" y="0"/>
              </a:moveTo>
              <a:lnTo>
                <a:pt x="0" y="1173"/>
              </a:lnTo>
              <a:lnTo>
                <a:pt x="393" y="1173"/>
              </a:lnTo>
            </a:path>
          </a:pathLst>
        </a:custGeom>
      </dsp:spPr>
      <dsp:style>
        <a:lnRef idx="2">
          <a:schemeClr val="accent6"/>
        </a:lnRef>
        <a:fillRef idx="0">
          <a:schemeClr val="accent4">
            <a:tint val="70000"/>
          </a:schemeClr>
        </a:fillRef>
        <a:effectRef idx="0">
          <a:scrgbClr r="0" g="0" b="0"/>
        </a:effectRef>
        <a:fontRef idx="minor"/>
      </dsp:style>
      <dsp:txXfrm>
        <a:off x="3322961" y="2012203"/>
        <a:ext cx="249447" cy="744789"/>
      </dsp:txXfrm>
    </dsp:sp>
    <dsp:sp modelId="{FF8F61CF-DEA9-4261-9666-31AF5EACF621}">
      <dsp:nvSpPr>
        <dsp:cNvPr id="23" name="Freeform 22"/>
        <dsp:cNvSpPr/>
      </dsp:nvSpPr>
      <dsp:spPr bwMode="white">
        <a:xfrm>
          <a:off x="3322961" y="2012203"/>
          <a:ext cx="249447" cy="1945684"/>
        </a:xfrm>
        <a:custGeom>
          <a:avLst/>
          <a:gdLst/>
          <a:ahLst/>
          <a:cxnLst/>
          <a:pathLst>
            <a:path w="393" h="3064">
              <a:moveTo>
                <a:pt x="0" y="0"/>
              </a:moveTo>
              <a:lnTo>
                <a:pt x="0" y="3064"/>
              </a:lnTo>
              <a:lnTo>
                <a:pt x="393" y="3064"/>
              </a:lnTo>
            </a:path>
          </a:pathLst>
        </a:custGeom>
      </dsp:spPr>
      <dsp:style>
        <a:lnRef idx="2">
          <a:schemeClr val="accent6"/>
        </a:lnRef>
        <a:fillRef idx="0">
          <a:schemeClr val="accent4">
            <a:tint val="70000"/>
          </a:schemeClr>
        </a:fillRef>
        <a:effectRef idx="0">
          <a:scrgbClr r="0" g="0" b="0"/>
        </a:effectRef>
        <a:fontRef idx="minor"/>
      </dsp:style>
      <dsp:txXfrm>
        <a:off x="3322961" y="2012203"/>
        <a:ext cx="249447" cy="1945684"/>
      </dsp:txXfrm>
    </dsp:sp>
    <dsp:sp modelId="{AE79172D-D441-42BB-84EA-E3D989670DED}">
      <dsp:nvSpPr>
        <dsp:cNvPr id="3" name="Rectangles 2"/>
        <dsp:cNvSpPr/>
      </dsp:nvSpPr>
      <dsp:spPr bwMode="white">
        <a:xfrm>
          <a:off x="2150562" y="0"/>
          <a:ext cx="1662978" cy="831489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3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Programing Paradigms</a:t>
          </a:r>
          <a:endParaRPr lang="en-US"/>
        </a:p>
      </dsp:txBody>
      <dsp:txXfrm>
        <a:off x="2150562" y="0"/>
        <a:ext cx="1662978" cy="831489"/>
      </dsp:txXfrm>
    </dsp:sp>
    <dsp:sp modelId="{43B7C837-49D6-40CE-BBAB-953D9E4BA7ED}">
      <dsp:nvSpPr>
        <dsp:cNvPr id="6" name="Rectangles 5"/>
        <dsp:cNvSpPr/>
      </dsp:nvSpPr>
      <dsp:spPr bwMode="white">
        <a:xfrm>
          <a:off x="1144460" y="1180714"/>
          <a:ext cx="1662978" cy="831489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5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Imperative Paradigm</a:t>
          </a:r>
          <a:endParaRPr lang="en-US"/>
        </a:p>
      </dsp:txBody>
      <dsp:txXfrm>
        <a:off x="1144460" y="1180714"/>
        <a:ext cx="1662978" cy="831489"/>
      </dsp:txXfrm>
    </dsp:sp>
    <dsp:sp modelId="{D2FFDCA0-7798-4820-BFB6-E5AB119756EC}">
      <dsp:nvSpPr>
        <dsp:cNvPr id="9" name="Rectangles 8"/>
        <dsp:cNvSpPr/>
      </dsp:nvSpPr>
      <dsp:spPr bwMode="white">
        <a:xfrm>
          <a:off x="1560205" y="2361428"/>
          <a:ext cx="1662978" cy="831489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6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Procedural Programming</a:t>
          </a:r>
          <a:endParaRPr lang="en-US"/>
        </a:p>
      </dsp:txBody>
      <dsp:txXfrm>
        <a:off x="1560205" y="2361428"/>
        <a:ext cx="1662978" cy="831489"/>
      </dsp:txXfrm>
    </dsp:sp>
    <dsp:sp modelId="{AC8A663F-9222-446A-8B3F-D33E635EF1A1}">
      <dsp:nvSpPr>
        <dsp:cNvPr id="12" name="Rectangles 11"/>
        <dsp:cNvSpPr/>
      </dsp:nvSpPr>
      <dsp:spPr bwMode="white">
        <a:xfrm>
          <a:off x="1560205" y="3542142"/>
          <a:ext cx="1662978" cy="831489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6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Structured Programming</a:t>
          </a:r>
          <a:endParaRPr lang="en-US"/>
        </a:p>
      </dsp:txBody>
      <dsp:txXfrm>
        <a:off x="1560205" y="3542142"/>
        <a:ext cx="1662978" cy="831489"/>
      </dsp:txXfrm>
    </dsp:sp>
    <dsp:sp modelId="{20667302-754D-4AFD-BD18-E281468DC78D}">
      <dsp:nvSpPr>
        <dsp:cNvPr id="15" name="Rectangles 14"/>
        <dsp:cNvSpPr/>
      </dsp:nvSpPr>
      <dsp:spPr bwMode="white">
        <a:xfrm>
          <a:off x="1560205" y="4722856"/>
          <a:ext cx="1662978" cy="831489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6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Object Oriented Programming</a:t>
          </a:r>
          <a:endParaRPr lang="en-US"/>
        </a:p>
      </dsp:txBody>
      <dsp:txXfrm>
        <a:off x="1560205" y="4722856"/>
        <a:ext cx="1662978" cy="831489"/>
      </dsp:txXfrm>
    </dsp:sp>
    <dsp:sp modelId="{7D64F4A3-0E55-47AC-A59B-9D5A9DC25552}">
      <dsp:nvSpPr>
        <dsp:cNvPr id="18" name="Rectangles 17"/>
        <dsp:cNvSpPr/>
      </dsp:nvSpPr>
      <dsp:spPr bwMode="white">
        <a:xfrm>
          <a:off x="3156663" y="1180714"/>
          <a:ext cx="1662978" cy="831489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5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Declarative Paradigm</a:t>
          </a:r>
          <a:endParaRPr lang="en-US"/>
        </a:p>
      </dsp:txBody>
      <dsp:txXfrm>
        <a:off x="3156663" y="1180714"/>
        <a:ext cx="1662978" cy="831489"/>
      </dsp:txXfrm>
    </dsp:sp>
    <dsp:sp modelId="{BDF16637-C510-4437-A4EB-1D429E22C735}">
      <dsp:nvSpPr>
        <dsp:cNvPr id="21" name="Rectangles 20"/>
        <dsp:cNvSpPr/>
      </dsp:nvSpPr>
      <dsp:spPr bwMode="white">
        <a:xfrm>
          <a:off x="3572407" y="2341248"/>
          <a:ext cx="1662978" cy="831489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6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Functional Programming</a:t>
          </a:r>
          <a:endParaRPr lang="en-US"/>
        </a:p>
      </dsp:txBody>
      <dsp:txXfrm>
        <a:off x="3572407" y="2341248"/>
        <a:ext cx="1662978" cy="831489"/>
      </dsp:txXfrm>
    </dsp:sp>
    <dsp:sp modelId="{21A184CA-5C07-4047-9B8C-017F541F7D59}">
      <dsp:nvSpPr>
        <dsp:cNvPr id="24" name="Rectangles 23"/>
        <dsp:cNvSpPr/>
      </dsp:nvSpPr>
      <dsp:spPr bwMode="white">
        <a:xfrm>
          <a:off x="3572407" y="3542142"/>
          <a:ext cx="1662978" cy="831489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6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Logic Programming</a:t>
          </a:r>
          <a:endParaRPr lang="en-US"/>
        </a:p>
      </dsp:txBody>
      <dsp:txXfrm>
        <a:off x="3572407" y="3542142"/>
        <a:ext cx="1662978" cy="831489"/>
      </dsp:txXfrm>
    </dsp:sp>
    <dsp:sp modelId="{86420519-308D-4A6A-8FEA-6FB2E39BA448}">
      <dsp:nvSpPr>
        <dsp:cNvPr id="4" name="Rectangles 3" hidden="1"/>
        <dsp:cNvSpPr/>
      </dsp:nvSpPr>
      <dsp:spPr>
        <a:xfrm>
          <a:off x="2150562" y="0"/>
          <a:ext cx="332596" cy="831489"/>
        </a:xfrm>
        <a:prstGeom prst="rect">
          <a:avLst/>
        </a:prstGeom>
      </dsp:spPr>
      <dsp:txXfrm>
        <a:off x="2150562" y="0"/>
        <a:ext cx="332596" cy="831489"/>
      </dsp:txXfrm>
    </dsp:sp>
    <dsp:sp modelId="{9A037140-9B69-4B9F-A134-F2F2EB0F2E32}">
      <dsp:nvSpPr>
        <dsp:cNvPr id="7" name="Rectangles 6" hidden="1"/>
        <dsp:cNvSpPr/>
      </dsp:nvSpPr>
      <dsp:spPr>
        <a:xfrm>
          <a:off x="1144460" y="1180714"/>
          <a:ext cx="332596" cy="831489"/>
        </a:xfrm>
        <a:prstGeom prst="rect">
          <a:avLst/>
        </a:prstGeom>
      </dsp:spPr>
      <dsp:txXfrm>
        <a:off x="1144460" y="1180714"/>
        <a:ext cx="332596" cy="831489"/>
      </dsp:txXfrm>
    </dsp:sp>
    <dsp:sp modelId="{90B96645-AD02-494E-948D-4238E5A92243}">
      <dsp:nvSpPr>
        <dsp:cNvPr id="10" name="Rectangles 9" hidden="1"/>
        <dsp:cNvSpPr/>
      </dsp:nvSpPr>
      <dsp:spPr>
        <a:xfrm>
          <a:off x="2890587" y="2361428"/>
          <a:ext cx="332596" cy="831489"/>
        </a:xfrm>
        <a:prstGeom prst="rect">
          <a:avLst/>
        </a:prstGeom>
      </dsp:spPr>
      <dsp:txXfrm>
        <a:off x="2890587" y="2361428"/>
        <a:ext cx="332596" cy="831489"/>
      </dsp:txXfrm>
    </dsp:sp>
    <dsp:sp modelId="{12EBDD6E-FE15-42D4-A679-FD98F50257AE}">
      <dsp:nvSpPr>
        <dsp:cNvPr id="13" name="Rectangles 12" hidden="1"/>
        <dsp:cNvSpPr/>
      </dsp:nvSpPr>
      <dsp:spPr>
        <a:xfrm>
          <a:off x="1560205" y="3542142"/>
          <a:ext cx="332596" cy="831489"/>
        </a:xfrm>
        <a:prstGeom prst="rect">
          <a:avLst/>
        </a:prstGeom>
      </dsp:spPr>
      <dsp:txXfrm>
        <a:off x="1560205" y="3542142"/>
        <a:ext cx="332596" cy="831489"/>
      </dsp:txXfrm>
    </dsp:sp>
    <dsp:sp modelId="{9EE5B17F-28D0-4A21-9243-6462A0E03323}">
      <dsp:nvSpPr>
        <dsp:cNvPr id="16" name="Rectangles 15" hidden="1"/>
        <dsp:cNvSpPr/>
      </dsp:nvSpPr>
      <dsp:spPr>
        <a:xfrm>
          <a:off x="1560205" y="4722856"/>
          <a:ext cx="332596" cy="831489"/>
        </a:xfrm>
        <a:prstGeom prst="rect">
          <a:avLst/>
        </a:prstGeom>
      </dsp:spPr>
      <dsp:txXfrm>
        <a:off x="1560205" y="4722856"/>
        <a:ext cx="332596" cy="831489"/>
      </dsp:txXfrm>
    </dsp:sp>
    <dsp:sp modelId="{5667CB49-EC34-46BC-AD2D-72F3BD95D049}">
      <dsp:nvSpPr>
        <dsp:cNvPr id="19" name="Rectangles 18" hidden="1"/>
        <dsp:cNvSpPr/>
      </dsp:nvSpPr>
      <dsp:spPr>
        <a:xfrm>
          <a:off x="3156663" y="1180714"/>
          <a:ext cx="332596" cy="831489"/>
        </a:xfrm>
        <a:prstGeom prst="rect">
          <a:avLst/>
        </a:prstGeom>
      </dsp:spPr>
      <dsp:txXfrm>
        <a:off x="3156663" y="1180714"/>
        <a:ext cx="332596" cy="831489"/>
      </dsp:txXfrm>
    </dsp:sp>
    <dsp:sp modelId="{4064A033-87E4-4813-B7F9-AD9863FF1BE8}">
      <dsp:nvSpPr>
        <dsp:cNvPr id="22" name="Rectangles 21" hidden="1"/>
        <dsp:cNvSpPr/>
      </dsp:nvSpPr>
      <dsp:spPr>
        <a:xfrm>
          <a:off x="3572407" y="2341248"/>
          <a:ext cx="332596" cy="831489"/>
        </a:xfrm>
        <a:prstGeom prst="rect">
          <a:avLst/>
        </a:prstGeom>
      </dsp:spPr>
      <dsp:txXfrm>
        <a:off x="3572407" y="2341248"/>
        <a:ext cx="332596" cy="831489"/>
      </dsp:txXfrm>
    </dsp:sp>
    <dsp:sp modelId="{ED912DEB-47D0-4E18-A85B-2B6728FE695B}">
      <dsp:nvSpPr>
        <dsp:cNvPr id="25" name="Rectangles 24" hidden="1"/>
        <dsp:cNvSpPr/>
      </dsp:nvSpPr>
      <dsp:spPr>
        <a:xfrm>
          <a:off x="3572407" y="3542142"/>
          <a:ext cx="332596" cy="831489"/>
        </a:xfrm>
        <a:prstGeom prst="rect">
          <a:avLst/>
        </a:prstGeom>
      </dsp:spPr>
      <dsp:txXfrm>
        <a:off x="3572407" y="3542142"/>
        <a:ext cx="332596" cy="8314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33120" y="2551430"/>
            <a:ext cx="8123555" cy="244538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3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Pemrograman Berorientasi Objek </a:t>
            </a:r>
            <a:endParaRPr lang="en-US" sz="30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alt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Pendahuluan dan Review Pemrograman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33199" y="5594866"/>
            <a:ext cx="355402" cy="355402"/>
          </a:xfrm>
          <a:prstGeom prst="roundRect">
            <a:avLst>
              <a:gd name="adj" fmla="val 2572603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671820" y="5594985"/>
            <a:ext cx="3284855" cy="38862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Zakki Alawi, S.Kom., M.M</a:t>
            </a:r>
            <a:endParaRPr lang="en-US" sz="2200" dirty="0">
              <a:latin typeface="Gelasio" pitchFamily="34" charset="0"/>
              <a:cs typeface="Gelasio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01188" cy="10902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4083685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Teknis Perkuliahan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7443470" cy="599948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457200" indent="-457200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Jumlah SKS : TI 3 &amp; SI 4 (Teori dan Praktik) 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457200" indent="-457200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Semester : 3 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457200" indent="-457200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Bentuk Perkuliahan : Luring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457200" indent="-457200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Evaluasi : Tugas, UTS dan UAS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457200" indent="-457200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Jumlah Pertemuan : 16 Pertemuan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457200" indent="-457200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Minimal Kehadiran : 12 Pertemuan (75%)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457200" indent="-457200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Komponen Penilaian 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14400" lvl="1" indent="-457200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Kehadiran/Keaktifan : 20%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14400" lvl="1" indent="-457200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Tugas/Proyek : 40%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14400" lvl="1" indent="-457200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UTS : 15%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14400" lvl="1" indent="-457200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UAS : 25%</a:t>
            </a:r>
            <a:endParaRPr lang="en-US" sz="2600" dirty="0">
              <a:latin typeface="Gelasio" pitchFamily="34" charset="0"/>
              <a:cs typeface="Gelasio" pitchFamily="34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4973955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Rencana Pembelajaran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6550025" cy="5999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AutoNum type="arabicPeriod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Pendahuluan dan Review Pemrograman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AutoNum type="arabicPeriod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Dasar OOP dengan JavaScript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AutoNum type="arabicPeriod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Inheritance (Pewarisan)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AutoNum type="arabicPeriod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Polimorfisme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AutoNum type="arabicPeriod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Enkapsulasi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AutoNum type="arabicPeriod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Abstraksi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AutoNum type="arabicPeriod"/>
            </a:pPr>
            <a:r>
              <a:rPr lang="en-US" altLang="en-US" sz="2600" dirty="0">
                <a:latin typeface="Gelasio" pitchFamily="34" charset="0"/>
                <a:cs typeface="Gelasio" pitchFamily="34" charset="0"/>
              </a:rPr>
              <a:t>Advanced OOP di JavaScript</a:t>
            </a:r>
            <a:endParaRPr lang="en-US" altLang="en-US" sz="2600" dirty="0">
              <a:latin typeface="Gelasio" pitchFamily="34" charset="0"/>
              <a:cs typeface="Gelasio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442835" y="1428750"/>
            <a:ext cx="6550025" cy="5999480"/>
          </a:xfrm>
          <a:prstGeom prst="rect">
            <a:avLst/>
          </a:prstGeom>
          <a:noFill/>
        </p:spPr>
        <p:txBody>
          <a:bodyPr wrap="square" rtlCol="0" anchor="t"/>
          <a:p>
            <a:pPr marL="514350" indent="-514350" algn="l">
              <a:lnSpc>
                <a:spcPts val="3280"/>
              </a:lnSpc>
              <a:buFont typeface="+mj-lt"/>
              <a:buAutoNum type="arabicPeriod" startAt="8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Design Pattern (Creational)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+mj-lt"/>
              <a:buAutoNum type="arabicPeriod" startAt="8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Design Pattern (Structural)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+mj-lt"/>
              <a:buAutoNum type="arabicPeriod" startAt="8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Design Pattern (Behavioral)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+mj-lt"/>
              <a:buAutoNum type="arabicPeriod" startAt="8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Asynchronous OOP Programming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+mj-lt"/>
              <a:buAutoNum type="arabicPeriod" startAt="8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Error Handling dan Debugging OOP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+mj-lt"/>
              <a:buAutoNum type="arabicPeriod" startAt="8"/>
            </a:pPr>
            <a:r>
              <a:rPr lang="en-US" altLang="en-US" sz="2600" dirty="0">
                <a:latin typeface="Gelasio" pitchFamily="34" charset="0"/>
                <a:cs typeface="Gelasio" pitchFamily="34" charset="0"/>
              </a:rPr>
              <a:t>Integrasi OOP dengan DOM, API dan Event</a:t>
            </a:r>
            <a:endParaRPr lang="en-US" altLang="en-US" sz="2600" dirty="0">
              <a:latin typeface="Gelasio" pitchFamily="34" charset="0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+mj-lt"/>
              <a:buAutoNum type="arabicPeriod" startAt="8"/>
            </a:pPr>
            <a:r>
              <a:rPr lang="en-US" altLang="en-US" sz="2600" dirty="0">
                <a:latin typeface="Gelasio" pitchFamily="34" charset="0"/>
                <a:cs typeface="Gelasio" pitchFamily="34" charset="0"/>
              </a:rPr>
              <a:t>Proyek Mini (Capstone)</a:t>
            </a:r>
            <a:endParaRPr lang="en-US" altLang="en-US" sz="2600" dirty="0">
              <a:latin typeface="Gelasio" pitchFamily="34" charset="0"/>
              <a:cs typeface="Gelasio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4973955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Referensi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13070840" cy="5999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Svekis, L. L., van Putten, M., &amp; Percival, R. (2021). JavaScript from Beginner to Professional: Learn JavaScript Quickly by Building Fun, Interactive, and Dynamic Web Apps, Games, and Pages. Packt Publishing.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Haverbeke, M. (2024). Eloquent JavaScript: A modern introduction to programming (4th ed.). No Starch Press.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Putu, H. (2025). From zero to full stack developer [Ebook]</a:t>
            </a: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.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766699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Rencana Pembelajaran Pertemuan 1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13070840" cy="5999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Topik: Pendahuluan dan Review Pemrograman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Materi :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Paradigma pemrograman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Perbedaan paradigma prosedural dan OOP.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Memahami konsep dasar pemrograman berorientasi objek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Review konsep dasar pemrograman (variabel, tipe data, fungsi, kontrol alur).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Capaian: Mahasiswa memahami kembali dasar-dasar pemrograman JavaScript dan peran paradigma OOP sebagai kelanjutan.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6155055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Konsep Dasar Pemrograman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13070840" cy="34804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Programming adalah proses membuat instruksi untuk diikuti oleh komputer.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Pada intinya, programming adalah tentang memecahkan masalah dengan memecahnya menjadi langkah-langkah kecil yang dapat dijalankan oleh komputer.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Bayangkan programming seperti memberikan petunjuk kepada seseorang, dengan mengikuti instruksi Anda persis seperti yang dinyatakan.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Komputer tidak memahami konteks, nuansa, atau implikasi seperti manusia, mereka hanya memahami instruksi yang spesifik dan tidak ambigu.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730885" y="5492115"/>
            <a:ext cx="13168630" cy="1873250"/>
            <a:chOff x="1206" y="8649"/>
            <a:chExt cx="20738" cy="2950"/>
          </a:xfrm>
        </p:grpSpPr>
        <p:sp>
          <p:nvSpPr>
            <p:cNvPr id="7" name="Rectangles 6"/>
            <p:cNvSpPr/>
            <p:nvPr/>
          </p:nvSpPr>
          <p:spPr>
            <a:xfrm>
              <a:off x="1206" y="8649"/>
              <a:ext cx="4515" cy="2951"/>
            </a:xfrm>
            <a:prstGeom prst="rect">
              <a:avLst/>
            </a:prstGeom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Programs: Sekumpulan instruksi yang memberi tahu komputer apa yang harus dilakukan</a:t>
              </a:r>
              <a:endParaRPr lang="en-US" altLang="en-US"/>
            </a:p>
          </p:txBody>
        </p:sp>
        <p:sp>
          <p:nvSpPr>
            <p:cNvPr id="8" name="Rectangles 7"/>
            <p:cNvSpPr/>
            <p:nvPr/>
          </p:nvSpPr>
          <p:spPr>
            <a:xfrm>
              <a:off x="6614" y="8649"/>
              <a:ext cx="4515" cy="2951"/>
            </a:xfrm>
            <a:prstGeom prst="rect">
              <a:avLst/>
            </a:prstGeom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Code: Instruksi tertulis yang membentuk program</a:t>
              </a:r>
              <a:endParaRPr lang="en-US" altLang="en-US"/>
            </a:p>
          </p:txBody>
        </p:sp>
        <p:sp>
          <p:nvSpPr>
            <p:cNvPr id="10" name="Rectangles 9"/>
            <p:cNvSpPr/>
            <p:nvPr/>
          </p:nvSpPr>
          <p:spPr>
            <a:xfrm>
              <a:off x="12022" y="8649"/>
              <a:ext cx="4515" cy="2951"/>
            </a:xfrm>
            <a:prstGeom prst="rect">
              <a:avLst/>
            </a:prstGeom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Programming Languages: Bahasa yang kita gunakan untuk menulis code</a:t>
              </a:r>
              <a:endParaRPr lang="en-US" altLang="en-US"/>
            </a:p>
          </p:txBody>
        </p:sp>
        <p:sp>
          <p:nvSpPr>
            <p:cNvPr id="13" name="Rectangles 12"/>
            <p:cNvSpPr/>
            <p:nvPr/>
          </p:nvSpPr>
          <p:spPr>
            <a:xfrm>
              <a:off x="17430" y="8649"/>
              <a:ext cx="4515" cy="2951"/>
            </a:xfrm>
            <a:prstGeom prst="rect">
              <a:avLst/>
            </a:prstGeom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Syntax: Aturan yang mendefinisikan bagaimana code harus ditulis dalam bahasa tertentu</a:t>
              </a:r>
              <a:endParaRPr lang="en-US" altLang="en-US"/>
            </a:p>
          </p:txBody>
        </p:sp>
      </p:grpSp>
      <p:sp>
        <p:nvSpPr>
          <p:cNvPr id="9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5918835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Komputer Memahami Code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5330825"/>
            <a:ext cx="13070840" cy="228917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AutoNum type="arabicPeriod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Menulis code dalam programming language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AutoNum type="arabicPeriod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Code diproses oleh: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Compiler (menerjemahkan program menjadi machine code sebelum eksekusi)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Interpreter (membaca dan mengeksekusi code baris demi baris)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AutoNum type="arabicPeriod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Komputer mengeksekusi instruksi yang dihasilkan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</p:txBody>
      </p:sp>
      <p:sp>
        <p:nvSpPr>
          <p:cNvPr id="7" name="Text 2"/>
          <p:cNvSpPr/>
          <p:nvPr/>
        </p:nvSpPr>
        <p:spPr>
          <a:xfrm>
            <a:off x="765810" y="1428750"/>
            <a:ext cx="13070840" cy="2686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Komputer beroperasi menggunakan binary code (0 dan 1) yang menggambarkan instruksi dan data yang berbeda. 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Menulis program langsung dalam binary akan sangat sulit bagi manusia.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Menggunakan programming languages yang lebih mudah dibaca oleh manusia, yang kemudian diterjemahkan menjadi instruksi yang dapat dipahami komputer melalui proses yang disebut compilation atau interpretation.</a:t>
            </a:r>
            <a:endParaRPr lang="en-US" alt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730885" y="4114800"/>
            <a:ext cx="13168630" cy="1006475"/>
            <a:chOff x="1206" y="8649"/>
            <a:chExt cx="20738" cy="2950"/>
          </a:xfrm>
        </p:grpSpPr>
        <p:sp>
          <p:nvSpPr>
            <p:cNvPr id="9" name="Rectangles 8"/>
            <p:cNvSpPr/>
            <p:nvPr/>
          </p:nvSpPr>
          <p:spPr>
            <a:xfrm>
              <a:off x="1206" y="8649"/>
              <a:ext cx="4515" cy="2951"/>
            </a:xfrm>
            <a:prstGeom prst="rect">
              <a:avLst/>
            </a:prstGeom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Human - Readable Code</a:t>
              </a:r>
              <a:endParaRPr lang="en-US" altLang="en-US"/>
            </a:p>
          </p:txBody>
        </p:sp>
        <p:sp>
          <p:nvSpPr>
            <p:cNvPr id="10" name="Rectangles 9"/>
            <p:cNvSpPr/>
            <p:nvPr/>
          </p:nvSpPr>
          <p:spPr>
            <a:xfrm>
              <a:off x="6614" y="8649"/>
              <a:ext cx="4515" cy="2951"/>
            </a:xfrm>
            <a:prstGeom prst="rect">
              <a:avLst/>
            </a:prstGeom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Interpreter/Compiler</a:t>
              </a:r>
              <a:endParaRPr lang="en-US" altLang="en-US"/>
            </a:p>
          </p:txBody>
        </p:sp>
        <p:sp>
          <p:nvSpPr>
            <p:cNvPr id="12" name="Rectangles 11"/>
            <p:cNvSpPr/>
            <p:nvPr/>
          </p:nvSpPr>
          <p:spPr>
            <a:xfrm>
              <a:off x="12022" y="8649"/>
              <a:ext cx="4515" cy="2951"/>
            </a:xfrm>
            <a:prstGeom prst="rect">
              <a:avLst/>
            </a:prstGeom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Machine Instructions</a:t>
              </a:r>
              <a:endParaRPr lang="en-US" altLang="en-US"/>
            </a:p>
          </p:txBody>
        </p:sp>
        <p:sp>
          <p:nvSpPr>
            <p:cNvPr id="13" name="Rectangles 12"/>
            <p:cNvSpPr/>
            <p:nvPr/>
          </p:nvSpPr>
          <p:spPr>
            <a:xfrm>
              <a:off x="17430" y="8649"/>
              <a:ext cx="4515" cy="2951"/>
            </a:xfrm>
            <a:prstGeom prst="rect">
              <a:avLst/>
            </a:prstGeom>
          </p:spPr>
          <p:style>
            <a:lnRef idx="2">
              <a:schemeClr val="accent6"/>
            </a:lnRef>
            <a:fillRef idx="2">
              <a:schemeClr val="accent6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Computer Execution</a:t>
              </a:r>
              <a:endParaRPr lang="en-US" altLang="en-US"/>
            </a:p>
          </p:txBody>
        </p:sp>
      </p:grpSp>
      <p:sp>
        <p:nvSpPr>
          <p:cNvPr id="6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5934075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Jenis Bahasa Pemrograman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0415" y="1391920"/>
            <a:ext cx="13070840" cy="421068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Berdasarkan tingkat abstraksi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Low-Level Language (Mesin, Assembly)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Mid-Level Language (C, C++)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High-Level Language (Phyton, PHP, Java, Javascript)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0" indent="0" algn="l">
              <a:buNone/>
            </a:pP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0" indent="0" algn="l">
              <a:buNone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Berdasarkan paradigma pemrograman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Prosedural, Struktural, Object-Oriented, </a:t>
            </a: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Fungsional, </a:t>
            </a: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Logic Programming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indent="0" algn="l">
              <a:buFont typeface="Arial" panose="020B0604020202090204" pitchFamily="34" charset="0"/>
              <a:buNone/>
            </a:pP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0" indent="0" algn="l">
              <a:buNone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Berdasarkan tujuan penggunaan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General-Purpose, Web Development, Mobile, Sains and Data Analysis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</p:txBody>
      </p:sp>
      <p:pic>
        <p:nvPicPr>
          <p:cNvPr id="6" name="Picture 5" descr="Screen Shot 2025-09-21 at 18.02.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550" y="5526405"/>
            <a:ext cx="5067300" cy="24669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4973955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Paradigma Pemrograman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15835" y="1391920"/>
            <a:ext cx="6535420" cy="5554345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Paradigma bahasa pemrograman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memberikan model untuk programmer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dalam menulis listing program.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Pemrograman Struktural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Pemrograman Prosedural 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Pemrograman Berorientasi Objek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Pemrograman Fungsional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Pemrograman Logic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indent="0" algn="l">
              <a:lnSpc>
                <a:spcPts val="3280"/>
              </a:lnSpc>
              <a:buFont typeface="Arial" panose="020B0604020202090204" pitchFamily="34" charset="0"/>
              <a:buNone/>
            </a:pP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  <p:graphicFrame>
        <p:nvGraphicFramePr>
          <p:cNvPr id="9" name="Diagram 8"/>
          <p:cNvGraphicFramePr/>
          <p:nvPr/>
        </p:nvGraphicFramePr>
        <p:xfrm>
          <a:off x="614045" y="1391920"/>
          <a:ext cx="6379845" cy="5554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667004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Pemrograman Struktural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6695440" cy="5999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Biasanya menggunakan fungsi-fungsi prosedural, alur urutan, percabangan, dan perulangan</a:t>
            </a:r>
            <a:endParaRPr lang="en-US" altLang="en-US" sz="2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Ciri : </a:t>
            </a:r>
            <a:endParaRPr lang="en-US" sz="2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Menggunakan fungsi prosedural (hitungLuas).</a:t>
            </a:r>
            <a:endParaRPr lang="en-US" altLang="en-US" sz="2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Variabel sederhana untuk menyimpan data.</a:t>
            </a:r>
            <a:endParaRPr lang="en-US" altLang="en-US" sz="2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Alur eksekusi jelas: input → proses → output.</a:t>
            </a:r>
            <a:endParaRPr lang="en-US" altLang="en-US" sz="2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Logika utama berada di bagian Main Program.</a:t>
            </a:r>
            <a:endParaRPr lang="en-US" altLang="en-US" sz="2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  <p:pic>
        <p:nvPicPr>
          <p:cNvPr id="9" name="Picture 8" descr="Screen Shot 2025-09-21 at 21.00.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755" y="2032492"/>
            <a:ext cx="5029200" cy="416461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667004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Pemrograman Prosedural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6695440" cy="5999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Mirip dengan struktural, namun </a:t>
            </a:r>
            <a:r>
              <a:rPr lang="en-US" altLang="en-US" sz="2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lebih menekankan alur dengan prosedur utama yang memanggil sub-prosedur lain secara teratur.</a:t>
            </a:r>
            <a:endParaRPr lang="en-US" altLang="en-US" sz="2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Ciri : </a:t>
            </a:r>
            <a:endParaRPr lang="en-US" sz="2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Program dipecah menjadi prosedur-prosedur (fungsi): inputData, hitungLuas, tampilkanHasil.</a:t>
            </a:r>
            <a:endParaRPr lang="en-US" altLang="en-US" sz="2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Ada prosedur utama (main) yang mengatur alur jalannya program.</a:t>
            </a:r>
            <a:endParaRPr lang="en-US" altLang="en-US" sz="2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Struktur jelas: Input → Proses → Output, tapi dipanggil melalui prosedur utama.</a:t>
            </a:r>
            <a:endParaRPr lang="en-US" altLang="en-US" sz="2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  <p:pic>
        <p:nvPicPr>
          <p:cNvPr id="8" name="Picture 7" descr="Screen Shot 2025-09-21 at 21.04.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355" y="614363"/>
            <a:ext cx="4572000" cy="70008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667004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Pemrograman Berorientasi Objek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6695440" cy="5999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Menggunakan objek yang memiliki atribut (data) dan metode (perilaku).</a:t>
            </a:r>
            <a:endParaRPr lang="en-US" altLang="en-US" sz="24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514350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Ciri : </a:t>
            </a:r>
            <a:endParaRPr lang="en-US" sz="24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Menggunakan class (PersegiPanjang) sebagai cetak biru objek.</a:t>
            </a:r>
            <a:endParaRPr lang="en-US" altLang="en-US" sz="24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Data (panjang, lebar) dan perilaku (hitungLuas, tampilkanHasil) digabung dalam satu entitas (enkapsulasi).</a:t>
            </a:r>
            <a:endParaRPr lang="en-US" altLang="en-US" sz="24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Program dijalankan dengan membuat objek (new PersegiPanjang(5, 3)).</a:t>
            </a:r>
            <a:endParaRPr lang="en-US" altLang="en-US" sz="24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971550" lvl="1" indent="-51435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alt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Alur eksekusi lebih terstruktur dan bisa dikembangkan (misalnya menambah method untuk keliling).</a:t>
            </a:r>
            <a:endParaRPr lang="en-US" altLang="en-US" sz="24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  <p:pic>
        <p:nvPicPr>
          <p:cNvPr id="10" name="Picture 9" descr="Screen Shot 2025-09-21 at 21.08.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945" y="672290"/>
            <a:ext cx="6400800" cy="688502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667004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Perbandingan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9780" y="3832860"/>
            <a:ext cx="13070840" cy="3869055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indent="0" algn="l">
              <a:lnSpc>
                <a:spcPts val="3280"/>
              </a:lnSpc>
              <a:buFont typeface="Arial" panose="020B0604020202090204" pitchFamily="34" charset="0"/>
              <a:buNone/>
            </a:pPr>
            <a:r>
              <a:rPr lang="en-US" sz="20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Kapan Penggunakannya ?</a:t>
            </a:r>
            <a:endParaRPr lang="en-US" sz="20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0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Struktural dan Prosedural</a:t>
            </a:r>
            <a: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: Cocok untuk program sederhana, algoritma, dan tugas-tugas spesifik.</a:t>
            </a:r>
            <a:endParaRPr lang="en-US" sz="20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0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PBO</a:t>
            </a:r>
            <a: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: Cocok untuk program yang kompleks, berorientasi pada data, dan membutuhkan fleksibilitas tinggi.</a:t>
            </a:r>
            <a:endParaRPr lang="en-US" sz="20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indent="0" algn="l">
              <a:lnSpc>
                <a:spcPts val="3280"/>
              </a:lnSpc>
              <a:buFont typeface="Arial" panose="020B0604020202090204" pitchFamily="34" charset="0"/>
              <a:buNone/>
            </a:pPr>
            <a:r>
              <a:rPr lang="en-US" sz="20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Kesimpulan</a:t>
            </a:r>
            <a:endParaRPr lang="en-US" sz="20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Pemrograman </a:t>
            </a:r>
            <a:r>
              <a:rPr lang="en-US" sz="20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struktural dan prosedural</a:t>
            </a:r>
            <a: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 lebih fokus pada bagaimana menyelesaikan tugas, </a:t>
            </a:r>
            <a:b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sedangkan </a:t>
            </a:r>
            <a:r>
              <a:rPr lang="en-US" sz="20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PBO</a:t>
            </a:r>
            <a: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 lebih fokus pada bagaimana memodelkan dunia nyata dalam bentuk objek.</a:t>
            </a:r>
            <a:endParaRPr lang="en-US" sz="20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0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PBO</a:t>
            </a:r>
            <a: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 menawarkan fleksibilitas yang lebih besar dan kemampuan untuk mengelola kompleksitas program </a:t>
            </a:r>
            <a:b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yang lebih baik.</a:t>
            </a:r>
            <a:endParaRPr lang="en-US" sz="20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Pilihan paradigma tergantung pada jenis masalah yang ingin dipecahkan dan skala proyek.</a:t>
            </a:r>
            <a:endParaRPr lang="en-US" sz="20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200" y="1296035"/>
            <a:ext cx="6480000" cy="25370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667004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Kelebihan Paradigma PBO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13070840" cy="599948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Code Reuse</a:t>
            </a: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, Objek-objek yang dibuat dalam bahasa pemrograman berorientasi objek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dapat dengan mudah digunakan kembali dalam program lain.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Abstraction</a:t>
            </a: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, Ketika suatu objek dibuat, maka user atau pengguna hanya mendapatkan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konsep yang familiar, sedangkan tingkat kerumitan dalam objek tidak ditampilkan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kepada user.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Data Hiding</a:t>
            </a: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, Objek-objek memiliki kemampuan untuk menyembunyikan beberapa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bagian tertentu, hal ini dapat membantu programmer untuk menjaga keutuhan kode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program yang sudah dirancang.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Design Benefit</a:t>
            </a: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, Memprogram dengan berorientasi objek akan membuat designer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secara penuh merancang pada saat perencanaan, yang memungkinkan memperoleh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rancangan yang baik.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Software Maintenance</a:t>
            </a: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, Suatu program yang ditulis dengan paradigma berorientasi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objek jauh lebih mudah untuk dimodifikasi dan dipelihara dibandingkan dengan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paradigma yang lain.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667004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Kelemahan Paradigma PBO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13070840" cy="599948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Ukuran</a:t>
            </a: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, Program yang dibangun menggunakan paradigma berorientasi objek jauh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lebih besar dari pada program-program lainya.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Usaha</a:t>
            </a: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, Program yang dibangun dengan paradigma berorientasi objek memerlukan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usaha atau pekerjaan yang lebih kompleks.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Kecepatan</a:t>
            </a: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, Program dengan berorientasi objek lebih lamban dikarenakan karena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ukuran yang besar, dan memerlukan sumber-sumber sistem sehingga membuat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program lainya lambat.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667004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Karakteristik Objek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200" y="2058214"/>
            <a:ext cx="7200000" cy="411317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5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931545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Variabel, Tipe Data, Fungsi dan Kontrol Alur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7952740" cy="412559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 algn="l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Variabel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Variabel digunakan untuk menyimpan data. </a:t>
            </a:r>
            <a:b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Dalam JavaScript ada tiga cara mendefinisikan variabel: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var → lama, jarang digunakan (scope global/fungsi).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let → bisa diubah nilainya (mutable).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const → nilainya tetap (immutable).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lvl="0" indent="0" algn="l">
              <a:lnSpc>
                <a:spcPct val="100000"/>
              </a:lnSpc>
              <a:buFont typeface="Arial" panose="020B0604020202090204" pitchFamily="34" charset="0"/>
              <a:buNone/>
            </a:pP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lvl="0" indent="0" algn="l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Tipe Data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lvl="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JavaScript memiliki tipe data primitif dan kompleks.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Primitif: string, number, boolean, null, </a:t>
            </a:r>
            <a:b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undefined, symbol, bigint.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Kompleks (non-primitif): object, array, function.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  <p:pic>
        <p:nvPicPr>
          <p:cNvPr id="7" name="Picture 6" descr="Screen Shot 2025-09-21 at 21.33.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0" y="1916430"/>
            <a:ext cx="5029200" cy="143503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 descr="Screen Shot 2025-09-21 at 21.34.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0" y="4224020"/>
            <a:ext cx="5029200" cy="24300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931545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Variabel, Tipe Data, Fungsi dan Kontrol Alur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7528560" cy="494474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 algn="l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Fungsi adalah blok kode yang dapat digunakan kembali.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Fungsi deklaratif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Fungsi ekspresi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  <p:pic>
        <p:nvPicPr>
          <p:cNvPr id="9" name="Picture 8" descr="Screen Shot 2025-09-21 at 21.50.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365" y="2267585"/>
            <a:ext cx="2743200" cy="14891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 descr="Screen Shot 2025-09-21 at 21.51.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365" y="4696460"/>
            <a:ext cx="2743200" cy="13978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 2"/>
          <p:cNvSpPr/>
          <p:nvPr/>
        </p:nvSpPr>
        <p:spPr>
          <a:xfrm>
            <a:off x="8294370" y="1428750"/>
            <a:ext cx="5449570" cy="5999480"/>
          </a:xfrm>
          <a:prstGeom prst="rect">
            <a:avLst/>
          </a:prstGeom>
          <a:noFill/>
        </p:spPr>
        <p:txBody>
          <a:bodyPr wrap="square" rtlCol="0" anchor="t"/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Arrow function (ES6)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</p:txBody>
      </p:sp>
      <p:pic>
        <p:nvPicPr>
          <p:cNvPr id="12" name="Picture 11" descr="Screen Shot 2025-09-21 at 21.53.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1270" y="2267585"/>
            <a:ext cx="2743200" cy="80799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931545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Variabel, Tipe Data, Fungsi dan Kontrol Alur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6913880" cy="18891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 algn="l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Kontrol alur digunakan untuk mengatur </a:t>
            </a:r>
            <a:b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bagaimana program dijalankan, termasuk </a:t>
            </a:r>
            <a:b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percabangan dan perulangan.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Percabangan (if, else if, else, switch)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Perulangan (for, while, do...while, for...of, for...in)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  <p:pic>
        <p:nvPicPr>
          <p:cNvPr id="9" name="Picture 8" descr="Screen Shot 2025-09-21 at 21.37.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265" y="3436620"/>
            <a:ext cx="3657600" cy="46053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 descr="Screen Shot 2025-09-21 at 21.39.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355" y="1146810"/>
            <a:ext cx="3474720" cy="661792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667004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Web Development Tools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13070840" cy="5999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Browser Developer Tools adalah seperangkat tools debugging </a:t>
            </a:r>
            <a:b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yang terintegrasi dalam browser modern.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Chrome DevTools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Elements Panel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1371600" lvl="2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Inspect dan memodifikasi HTML dan CSS secara real-time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1371600" lvl="2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Melihat box model dan computed styles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1371600" lvl="2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Mengedit styles secara langsung di browser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Console Panel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1371600" lvl="2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Menjalankan JavaScript code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1371600" lvl="2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Melihat error dan warning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1371600" lvl="2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Menggunakan console.log() untuk debugging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Network Panel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1371600" lvl="2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Memonitor request dan response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1371600" lvl="2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Menganalisis loading time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1371600" lvl="2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Memeriksa headers dan content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lvl="2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Performance Panel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lvl="3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Menganalisis performance website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lvl="3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Mengidentifikasi bottlenecks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lvl="3" indent="-4572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Mengoptimasi loading time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667004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Web Development Tools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  <p:pic>
        <p:nvPicPr>
          <p:cNvPr id="7" name="Picture 6" descr="Screen Shot 2025-09-21 at 21.16.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21224"/>
            <a:ext cx="11887200" cy="70083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667004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alt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Code Editors dan IDEs</a:t>
            </a:r>
            <a:endParaRPr lang="en-US" alt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13070840" cy="5999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Visual Studio Code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Editor code gratis dan open-source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Fitur-fitur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1257300" lvl="2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IntelliSense (code completion)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1257300" lvl="2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Debugging terintegrasi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1257300" lvl="2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Git integration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1257300" lvl="2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Extensions yang luas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Sublime Text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Editor code ringan dan cepat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Package Control untuk plugins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Multi-cursor editing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lvl="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lvl="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Version Control (Optional)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Git : System version control terdistribusi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342900" lvl="0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Package Managers </a:t>
            </a: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(Optional)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npm : Package manager default untuk Node.js</a:t>
            </a:r>
            <a:endParaRPr lang="en-US" altLang="en-US" sz="22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667004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alt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Code Editors dan IDEs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  <p:pic>
        <p:nvPicPr>
          <p:cNvPr id="5" name="Picture 4" descr="Screen Shot 2025-09-21 at 21.26.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61758"/>
            <a:ext cx="10972800" cy="6301740"/>
          </a:xfrm>
          <a:prstGeom prst="rect">
            <a:avLst/>
          </a:prstGeom>
          <a:effectLst>
            <a:outerShdw blurRad="4445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5810" y="262890"/>
            <a:ext cx="6670040" cy="69469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  <a:sym typeface="+mn-ea"/>
              </a:rPr>
              <a:t>Tugas</a:t>
            </a:r>
            <a:endParaRPr lang="en-US" sz="35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5810" y="1428750"/>
            <a:ext cx="13070840" cy="599948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457200" indent="-457200" algn="l">
              <a:lnSpc>
                <a:spcPts val="3280"/>
              </a:lnSpc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Buat rangkuman terkait pembahasan pemrograman Struktural, Prosedural dan </a:t>
            </a:r>
            <a:b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</a:b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PBO beserta perbedaannya!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</a:endParaRPr>
          </a:p>
          <a:p>
            <a:pPr marL="457200" indent="-457200" algn="l">
              <a:lnSpc>
                <a:spcPts val="328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Upload rangkuman 1 lembar dalam bentuk pdf ke link gform (menyusul)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lnSpc>
                <a:spcPts val="328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Sisipkan informasi NIM, Nama, Kelas di bagian atas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457200" indent="-457200" algn="l">
              <a:lnSpc>
                <a:spcPts val="328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Tugas1 &lt;spasi&gt; Kelas &lt;spasi&gt; NIM &lt;spasi&gt; Nama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  <a:p>
            <a:pPr marL="914400" lvl="1" indent="-457200" algn="l">
              <a:lnSpc>
                <a:spcPts val="328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(Tugas1 TI3X </a:t>
            </a:r>
            <a:r>
              <a:rPr lang="en-US" alt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241101xxx</a:t>
            </a: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0"/>
                <a:sym typeface="+mn-ea"/>
              </a:rPr>
              <a:t> Ahmad Sony)</a:t>
            </a:r>
            <a:endParaRPr lang="en-US" sz="260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0"/>
              <a:sym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77575" y="7663815"/>
            <a:ext cx="3521710" cy="448945"/>
          </a:xfrm>
          <a:prstGeom prst="rect">
            <a:avLst/>
          </a:prstGeom>
          <a:noFill/>
        </p:spPr>
        <p:txBody>
          <a:bodyPr wrap="none" rtlCol="0" anchor="t"/>
          <a:p>
            <a:pPr marL="0" indent="0" algn="l">
              <a:lnSpc>
                <a:spcPts val="306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Lato" panose="020F0502020204030203" pitchFamily="34" charset="-122"/>
                <a:cs typeface="Gelasio" pitchFamily="34" charset="0"/>
                <a:sym typeface="+mn-ea"/>
              </a:rPr>
              <a:t>PBO 2025/2026 - Zakki Alawi, S.Kom., M.M</a:t>
            </a:r>
            <a:endParaRPr lang="en-US" sz="1200" dirty="0">
              <a:latin typeface="Gelasio" pitchFamily="34" charset="0"/>
              <a:cs typeface="Gelasio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9730</Words>
  <Application>WPS Presentation</Application>
  <PresentationFormat>On-screen Show (16:9)</PresentationFormat>
  <Paragraphs>301</Paragraphs>
  <Slides>24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Arial</vt:lpstr>
      <vt:lpstr>SimSun</vt:lpstr>
      <vt:lpstr>Wingdings</vt:lpstr>
      <vt:lpstr>Gelasio</vt:lpstr>
      <vt:lpstr>苹方-简</vt:lpstr>
      <vt:lpstr>Gelasio</vt:lpstr>
      <vt:lpstr>Lato</vt:lpstr>
      <vt:lpstr>Gelasio</vt:lpstr>
      <vt:lpstr>Microsoft YaHei</vt:lpstr>
      <vt:lpstr>汉仪旗黑</vt:lpstr>
      <vt:lpstr>Arial Unicode MS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Zakki A.</cp:lastModifiedBy>
  <cp:revision>40</cp:revision>
  <dcterms:created xsi:type="dcterms:W3CDTF">2025-09-22T14:02:37Z</dcterms:created>
  <dcterms:modified xsi:type="dcterms:W3CDTF">2025-09-22T14:02:37Z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ED49CC96C77040938505E40E283E27EF_12</vt:lpwstr>
  </property>
  <property fmtid="{D5CDD505-2E9C-101B-9397-08002B2CF9AE}" pid="3" name="KSOProductBuildVer">
    <vt:lpwstr>1033-12.1.22554.22554</vt:lpwstr>
  </property>
</Properties>
</file>